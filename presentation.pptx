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61" r:id="rId5"/>
    <p:sldId id="259"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FCFCFC"/>
    <a:srgbClr val="FEFEFE"/>
    <a:srgbClr val="FFFFFF"/>
    <a:srgbClr val="DA8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253" y="2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55F565-212E-44E0-A861-1E783F8876A6}" type="datetimeFigureOut">
              <a:rPr lang="en-PH" smtClean="0"/>
              <a:t>11/26/2025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EEA01E-0B1D-434B-A0BD-E514A4310F73}" type="slidenum">
              <a:rPr lang="en-PH" smtClean="0"/>
              <a:t>‹#›</a:t>
            </a:fld>
            <a:endParaRPr lang="en-PH"/>
          </a:p>
        </p:txBody>
      </p:sp>
    </p:spTree>
    <p:extLst>
      <p:ext uri="{BB962C8B-B14F-4D97-AF65-F5344CB8AC3E}">
        <p14:creationId xmlns:p14="http://schemas.microsoft.com/office/powerpoint/2010/main" val="147603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DON’T FIDGET!!!!! BREATHE</a:t>
            </a:r>
            <a:endParaRPr lang="en-PH" dirty="0"/>
          </a:p>
        </p:txBody>
      </p:sp>
      <p:sp>
        <p:nvSpPr>
          <p:cNvPr id="4" name="Slide Number Placeholder 3"/>
          <p:cNvSpPr>
            <a:spLocks noGrp="1"/>
          </p:cNvSpPr>
          <p:nvPr>
            <p:ph type="sldNum" sz="quarter" idx="5"/>
          </p:nvPr>
        </p:nvSpPr>
        <p:spPr/>
        <p:txBody>
          <a:bodyPr/>
          <a:lstStyle/>
          <a:p>
            <a:fld id="{20EEA01E-0B1D-434B-A0BD-E514A4310F73}" type="slidenum">
              <a:rPr lang="en-PH" smtClean="0"/>
              <a:t>1</a:t>
            </a:fld>
            <a:endParaRPr lang="en-PH"/>
          </a:p>
        </p:txBody>
      </p:sp>
    </p:spTree>
    <p:extLst>
      <p:ext uri="{BB962C8B-B14F-4D97-AF65-F5344CB8AC3E}">
        <p14:creationId xmlns:p14="http://schemas.microsoft.com/office/powerpoint/2010/main" val="2401145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ZACH CONFIDENCE IS KEY REMEMBER THAT PLEASE ZACH BREATHE</a:t>
            </a:r>
            <a:endParaRPr lang="en-PH" dirty="0"/>
          </a:p>
        </p:txBody>
      </p:sp>
      <p:sp>
        <p:nvSpPr>
          <p:cNvPr id="4" name="Slide Number Placeholder 3"/>
          <p:cNvSpPr>
            <a:spLocks noGrp="1"/>
          </p:cNvSpPr>
          <p:nvPr>
            <p:ph type="sldNum" sz="quarter" idx="5"/>
          </p:nvPr>
        </p:nvSpPr>
        <p:spPr/>
        <p:txBody>
          <a:bodyPr/>
          <a:lstStyle/>
          <a:p>
            <a:fld id="{20EEA01E-0B1D-434B-A0BD-E514A4310F73}" type="slidenum">
              <a:rPr lang="en-PH" smtClean="0"/>
              <a:t>2</a:t>
            </a:fld>
            <a:endParaRPr lang="en-PH"/>
          </a:p>
        </p:txBody>
      </p:sp>
    </p:spTree>
    <p:extLst>
      <p:ext uri="{BB962C8B-B14F-4D97-AF65-F5344CB8AC3E}">
        <p14:creationId xmlns:p14="http://schemas.microsoft.com/office/powerpoint/2010/main" val="2605452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ZACH DON’T FIDGET REMAIN CONFIDENT YOU CAN DO THIS JUST BREATH</a:t>
            </a:r>
            <a:endParaRPr lang="en-PH" dirty="0"/>
          </a:p>
        </p:txBody>
      </p:sp>
      <p:sp>
        <p:nvSpPr>
          <p:cNvPr id="4" name="Slide Number Placeholder 3"/>
          <p:cNvSpPr>
            <a:spLocks noGrp="1"/>
          </p:cNvSpPr>
          <p:nvPr>
            <p:ph type="sldNum" sz="quarter" idx="5"/>
          </p:nvPr>
        </p:nvSpPr>
        <p:spPr/>
        <p:txBody>
          <a:bodyPr/>
          <a:lstStyle/>
          <a:p>
            <a:fld id="{20EEA01E-0B1D-434B-A0BD-E514A4310F73}" type="slidenum">
              <a:rPr lang="en-PH" smtClean="0"/>
              <a:t>3</a:t>
            </a:fld>
            <a:endParaRPr lang="en-PH"/>
          </a:p>
        </p:txBody>
      </p:sp>
    </p:spTree>
    <p:extLst>
      <p:ext uri="{BB962C8B-B14F-4D97-AF65-F5344CB8AC3E}">
        <p14:creationId xmlns:p14="http://schemas.microsoft.com/office/powerpoint/2010/main" val="10159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9B47F-E531-A52F-02CD-A07221B70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9D6BF-B7A2-ED08-5554-FE08C2E98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702DC-3355-F020-99E7-9BE0C6BE774F}"/>
              </a:ext>
            </a:extLst>
          </p:cNvPr>
          <p:cNvSpPr>
            <a:spLocks noGrp="1"/>
          </p:cNvSpPr>
          <p:nvPr>
            <p:ph type="body" idx="1"/>
          </p:nvPr>
        </p:nvSpPr>
        <p:spPr/>
        <p:txBody>
          <a:bodyPr/>
          <a:lstStyle/>
          <a:p>
            <a:r>
              <a:rPr lang="en-US" dirty="0"/>
              <a:t>ZACH IF U FUMBLE IM TELLING UR MOM THAT UR GAY</a:t>
            </a:r>
            <a:endParaRPr lang="en-PH" dirty="0"/>
          </a:p>
        </p:txBody>
      </p:sp>
      <p:sp>
        <p:nvSpPr>
          <p:cNvPr id="4" name="Slide Number Placeholder 3">
            <a:extLst>
              <a:ext uri="{FF2B5EF4-FFF2-40B4-BE49-F238E27FC236}">
                <a16:creationId xmlns:a16="http://schemas.microsoft.com/office/drawing/2014/main" id="{42FCE11A-1846-C0C8-8481-5591E6DC10F4}"/>
              </a:ext>
            </a:extLst>
          </p:cNvPr>
          <p:cNvSpPr>
            <a:spLocks noGrp="1"/>
          </p:cNvSpPr>
          <p:nvPr>
            <p:ph type="sldNum" sz="quarter" idx="5"/>
          </p:nvPr>
        </p:nvSpPr>
        <p:spPr/>
        <p:txBody>
          <a:bodyPr/>
          <a:lstStyle/>
          <a:p>
            <a:fld id="{20EEA01E-0B1D-434B-A0BD-E514A4310F73}" type="slidenum">
              <a:rPr lang="en-PH" smtClean="0"/>
              <a:t>4</a:t>
            </a:fld>
            <a:endParaRPr lang="en-PH"/>
          </a:p>
        </p:txBody>
      </p:sp>
    </p:spTree>
    <p:extLst>
      <p:ext uri="{BB962C8B-B14F-4D97-AF65-F5344CB8AC3E}">
        <p14:creationId xmlns:p14="http://schemas.microsoft.com/office/powerpoint/2010/main" val="1858505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ZACH MAINTAIN UR BREATHING GOGOGOGO</a:t>
            </a:r>
            <a:endParaRPr lang="en-PH" dirty="0"/>
          </a:p>
        </p:txBody>
      </p:sp>
      <p:sp>
        <p:nvSpPr>
          <p:cNvPr id="4" name="Slide Number Placeholder 3"/>
          <p:cNvSpPr>
            <a:spLocks noGrp="1"/>
          </p:cNvSpPr>
          <p:nvPr>
            <p:ph type="sldNum" sz="quarter" idx="5"/>
          </p:nvPr>
        </p:nvSpPr>
        <p:spPr/>
        <p:txBody>
          <a:bodyPr/>
          <a:lstStyle/>
          <a:p>
            <a:fld id="{20EEA01E-0B1D-434B-A0BD-E514A4310F73}" type="slidenum">
              <a:rPr lang="en-PH" smtClean="0"/>
              <a:t>5</a:t>
            </a:fld>
            <a:endParaRPr lang="en-PH"/>
          </a:p>
        </p:txBody>
      </p:sp>
    </p:spTree>
    <p:extLst>
      <p:ext uri="{BB962C8B-B14F-4D97-AF65-F5344CB8AC3E}">
        <p14:creationId xmlns:p14="http://schemas.microsoft.com/office/powerpoint/2010/main" val="921817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AF18F-8C9E-452F-8BA2-D96A189D4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66D3F-55B9-70E4-BEA4-557BA5A81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97536B-3AF1-0AE0-B9CA-2A70DD0AB5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Oh ignore this slide </a:t>
            </a:r>
            <a:r>
              <a:rPr lang="en-US" dirty="0" err="1"/>
              <a:t>haha</a:t>
            </a:r>
            <a:endParaRPr lang="en-PH" dirty="0"/>
          </a:p>
        </p:txBody>
      </p:sp>
      <p:sp>
        <p:nvSpPr>
          <p:cNvPr id="4" name="Slide Number Placeholder 3">
            <a:extLst>
              <a:ext uri="{FF2B5EF4-FFF2-40B4-BE49-F238E27FC236}">
                <a16:creationId xmlns:a16="http://schemas.microsoft.com/office/drawing/2014/main" id="{5C30F1E4-11CA-69D5-DA40-374CEF15CFF8}"/>
              </a:ext>
            </a:extLst>
          </p:cNvPr>
          <p:cNvSpPr>
            <a:spLocks noGrp="1"/>
          </p:cNvSpPr>
          <p:nvPr>
            <p:ph type="sldNum" sz="quarter" idx="5"/>
          </p:nvPr>
        </p:nvSpPr>
        <p:spPr/>
        <p:txBody>
          <a:bodyPr/>
          <a:lstStyle/>
          <a:p>
            <a:fld id="{20EEA01E-0B1D-434B-A0BD-E514A4310F73}" type="slidenum">
              <a:rPr lang="en-PH" smtClean="0"/>
              <a:t>6</a:t>
            </a:fld>
            <a:endParaRPr lang="en-PH"/>
          </a:p>
        </p:txBody>
      </p:sp>
    </p:spTree>
    <p:extLst>
      <p:ext uri="{BB962C8B-B14F-4D97-AF65-F5344CB8AC3E}">
        <p14:creationId xmlns:p14="http://schemas.microsoft.com/office/powerpoint/2010/main" val="3580825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1BE80-E6BB-2F5E-ED35-D04260FC8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78C3B-FD5B-1353-E6DC-6008C4EBF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5B30E-61DB-8D1C-D72A-A8E5FE090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FINALLY OVER ZACH YOU DID IT</a:t>
            </a:r>
            <a:endParaRPr lang="en-PH" dirty="0"/>
          </a:p>
        </p:txBody>
      </p:sp>
      <p:sp>
        <p:nvSpPr>
          <p:cNvPr id="4" name="Slide Number Placeholder 3">
            <a:extLst>
              <a:ext uri="{FF2B5EF4-FFF2-40B4-BE49-F238E27FC236}">
                <a16:creationId xmlns:a16="http://schemas.microsoft.com/office/drawing/2014/main" id="{16025E1F-565A-A33B-D2AD-23E435B14B65}"/>
              </a:ext>
            </a:extLst>
          </p:cNvPr>
          <p:cNvSpPr>
            <a:spLocks noGrp="1"/>
          </p:cNvSpPr>
          <p:nvPr>
            <p:ph type="sldNum" sz="quarter" idx="5"/>
          </p:nvPr>
        </p:nvSpPr>
        <p:spPr/>
        <p:txBody>
          <a:bodyPr/>
          <a:lstStyle/>
          <a:p>
            <a:fld id="{20EEA01E-0B1D-434B-A0BD-E514A4310F73}" type="slidenum">
              <a:rPr lang="en-PH" smtClean="0"/>
              <a:t>7</a:t>
            </a:fld>
            <a:endParaRPr lang="en-PH"/>
          </a:p>
        </p:txBody>
      </p:sp>
    </p:spTree>
    <p:extLst>
      <p:ext uri="{BB962C8B-B14F-4D97-AF65-F5344CB8AC3E}">
        <p14:creationId xmlns:p14="http://schemas.microsoft.com/office/powerpoint/2010/main" val="2460602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5DE4D-6C19-8376-587D-0A62F8DE39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94C94227-C3A7-4AD8-9225-8782945499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26F82AAA-BCE0-C290-D9FD-167A0B83D13C}"/>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5" name="Footer Placeholder 4">
            <a:extLst>
              <a:ext uri="{FF2B5EF4-FFF2-40B4-BE49-F238E27FC236}">
                <a16:creationId xmlns:a16="http://schemas.microsoft.com/office/drawing/2014/main" id="{60D9BD87-25D9-E7A5-1F35-337870095D9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1101D7D-69D8-C04C-0A38-6CF4E77DC6B9}"/>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172350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76595-A22B-781A-DF3F-AAD86CEBDB7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78A613A8-7A25-BE02-E3E0-A6E9BA50F6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F063FB7-5B9E-48FC-CF95-5DFDB5908E82}"/>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5" name="Footer Placeholder 4">
            <a:extLst>
              <a:ext uri="{FF2B5EF4-FFF2-40B4-BE49-F238E27FC236}">
                <a16:creationId xmlns:a16="http://schemas.microsoft.com/office/drawing/2014/main" id="{1B27C788-4089-CC22-3EE6-91D598AD106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7838360-A51F-12BA-167F-FCC07886CD23}"/>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3804227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4B7F-0DEA-B6A2-7C04-10A722E9C5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17197BAA-C6EF-AA14-99AC-5E29D5F20F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E8C970-D1D1-9F80-2466-85C9997A7A46}"/>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5" name="Footer Placeholder 4">
            <a:extLst>
              <a:ext uri="{FF2B5EF4-FFF2-40B4-BE49-F238E27FC236}">
                <a16:creationId xmlns:a16="http://schemas.microsoft.com/office/drawing/2014/main" id="{EE6571F5-6FAB-F0BC-C341-389401E52E1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3F929A2-658D-A893-3A8C-47DCF2936F4B}"/>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2240001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D9209-F1C4-1FD4-2CA3-4C23E4D88360}"/>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C8F512AF-34E1-6484-4009-08121223D9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B291167B-AEF1-F60E-FD83-559E892861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2CBD58DA-9D6E-2B72-4CDE-AF8E5F8F0011}"/>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6" name="Footer Placeholder 5">
            <a:extLst>
              <a:ext uri="{FF2B5EF4-FFF2-40B4-BE49-F238E27FC236}">
                <a16:creationId xmlns:a16="http://schemas.microsoft.com/office/drawing/2014/main" id="{FD3E51CA-78BA-691D-F5E5-4A65008F329C}"/>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152B77B-06DF-C796-E630-1F0ABB31EDEE}"/>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2476693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3C76-1BE9-A667-59C7-54FB00120007}"/>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7133CC3-4149-D4B0-9DC8-48F3F7969B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BF829F-5900-3E7B-2AC8-C245F0131B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C75273C2-CC48-E8E9-3A69-4FB02189A8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E4D75-85A3-730A-6B13-4DC68A7954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328332B0-2CF8-F17D-EB1C-437F5C6E2AFF}"/>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8" name="Footer Placeholder 7">
            <a:extLst>
              <a:ext uri="{FF2B5EF4-FFF2-40B4-BE49-F238E27FC236}">
                <a16:creationId xmlns:a16="http://schemas.microsoft.com/office/drawing/2014/main" id="{B19519CC-82CD-7382-7FDF-CEFDEDBDA193}"/>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97957136-0E1B-DFC3-E3A1-73CC9AED458D}"/>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3858341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49A84-1B2A-2061-EFB7-7257A48FC91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EE346FC2-D7CF-B6E5-5E69-83774263194E}"/>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4" name="Footer Placeholder 3">
            <a:extLst>
              <a:ext uri="{FF2B5EF4-FFF2-40B4-BE49-F238E27FC236}">
                <a16:creationId xmlns:a16="http://schemas.microsoft.com/office/drawing/2014/main" id="{60BFC67C-A936-144F-E308-473C1CF63D12}"/>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A9124029-A99C-FCF2-BBA3-07592235A149}"/>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1263177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6052F7-349F-A9BB-85B2-A5DC5EC556D7}"/>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3" name="Footer Placeholder 2">
            <a:extLst>
              <a:ext uri="{FF2B5EF4-FFF2-40B4-BE49-F238E27FC236}">
                <a16:creationId xmlns:a16="http://schemas.microsoft.com/office/drawing/2014/main" id="{67280D8C-4D65-BC19-F89A-FF8585A68062}"/>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629A4AB0-89B2-939B-0070-11F438150B73}"/>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1190866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C609-5B05-BA06-489E-F4CE91462B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DAE641C3-B2B9-9A37-AC17-91EC82271B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499B5BA3-6E0D-82CD-432B-707054B3E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64C41E-FF09-509B-4DB0-C43B96718F44}"/>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6" name="Footer Placeholder 5">
            <a:extLst>
              <a:ext uri="{FF2B5EF4-FFF2-40B4-BE49-F238E27FC236}">
                <a16:creationId xmlns:a16="http://schemas.microsoft.com/office/drawing/2014/main" id="{74FE4910-1544-A43F-424C-48BC8D34F5C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DC22E95B-D01C-390E-71D5-CF87997AC78B}"/>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213245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B95AD-5E9F-E14B-B4B8-5952A0B63A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F6A1B9EC-B72E-3C27-D588-DBE94E07F5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8F4DCACC-A57C-53E5-AD6C-B15AE8D60E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2D0062-1126-7CBF-3A30-460485E4A03C}"/>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6" name="Footer Placeholder 5">
            <a:extLst>
              <a:ext uri="{FF2B5EF4-FFF2-40B4-BE49-F238E27FC236}">
                <a16:creationId xmlns:a16="http://schemas.microsoft.com/office/drawing/2014/main" id="{7C6E4E2E-C43E-D62C-7F78-5588CCF3E50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3F58C0C-3FDF-2636-5963-F9B0653CF3C2}"/>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3180348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C7210-D064-635A-4650-07684551195B}"/>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72A28D98-F3EA-8332-2941-C11520F9E9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0151A4D6-97A6-CA16-9EFF-BC523CC97192}"/>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5" name="Footer Placeholder 4">
            <a:extLst>
              <a:ext uri="{FF2B5EF4-FFF2-40B4-BE49-F238E27FC236}">
                <a16:creationId xmlns:a16="http://schemas.microsoft.com/office/drawing/2014/main" id="{61E777A0-4D54-FF6A-B696-9E0850B2951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2519FF6-185D-3154-BF0A-52256FE7E115}"/>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382438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7F6A70-733E-98C6-BCEB-F1DDDF251B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1AFCB88-7B63-80AE-4DE0-0453808346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1C9FFDC5-9D46-35E0-4B5F-EBFCF5F89731}"/>
              </a:ext>
            </a:extLst>
          </p:cNvPr>
          <p:cNvSpPr>
            <a:spLocks noGrp="1"/>
          </p:cNvSpPr>
          <p:nvPr>
            <p:ph type="dt" sz="half" idx="10"/>
          </p:nvPr>
        </p:nvSpPr>
        <p:spPr/>
        <p:txBody>
          <a:bodyPr/>
          <a:lstStyle/>
          <a:p>
            <a:fld id="{F809E9C1-EF5C-483D-80C5-2DDC61A91EB6}" type="datetimeFigureOut">
              <a:rPr lang="en-PH" smtClean="0"/>
              <a:t>11/26/2025</a:t>
            </a:fld>
            <a:endParaRPr lang="en-PH"/>
          </a:p>
        </p:txBody>
      </p:sp>
      <p:sp>
        <p:nvSpPr>
          <p:cNvPr id="5" name="Footer Placeholder 4">
            <a:extLst>
              <a:ext uri="{FF2B5EF4-FFF2-40B4-BE49-F238E27FC236}">
                <a16:creationId xmlns:a16="http://schemas.microsoft.com/office/drawing/2014/main" id="{5D1F0FD9-5CB7-A929-7ABD-13EE1906EDF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3AE5CE1-FBDB-2D21-687A-94F329C54DDC}"/>
              </a:ext>
            </a:extLst>
          </p:cNvPr>
          <p:cNvSpPr>
            <a:spLocks noGrp="1"/>
          </p:cNvSpPr>
          <p:nvPr>
            <p:ph type="sldNum" sz="quarter" idx="12"/>
          </p:nvPr>
        </p:nvSpPr>
        <p:spPr/>
        <p:txBody>
          <a:bodyPr/>
          <a:lstStyle/>
          <a:p>
            <a:fld id="{3EF22758-1903-4031-9EE7-67A9DF696BE0}" type="slidenum">
              <a:rPr lang="en-PH" smtClean="0"/>
              <a:t>‹#›</a:t>
            </a:fld>
            <a:endParaRPr lang="en-PH"/>
          </a:p>
        </p:txBody>
      </p:sp>
    </p:spTree>
    <p:extLst>
      <p:ext uri="{BB962C8B-B14F-4D97-AF65-F5344CB8AC3E}">
        <p14:creationId xmlns:p14="http://schemas.microsoft.com/office/powerpoint/2010/main" val="1593853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F42689-787F-EFB8-A2AB-0CB0CCF6C8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7984A71-9A4B-C128-39C9-5E60DD701F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A416CBB-8EAA-6AF7-3E95-6F69D9EC00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09E9C1-EF5C-483D-80C5-2DDC61A91EB6}" type="datetimeFigureOut">
              <a:rPr lang="en-PH" smtClean="0"/>
              <a:t>11/26/2025</a:t>
            </a:fld>
            <a:endParaRPr lang="en-PH"/>
          </a:p>
        </p:txBody>
      </p:sp>
      <p:sp>
        <p:nvSpPr>
          <p:cNvPr id="5" name="Footer Placeholder 4">
            <a:extLst>
              <a:ext uri="{FF2B5EF4-FFF2-40B4-BE49-F238E27FC236}">
                <a16:creationId xmlns:a16="http://schemas.microsoft.com/office/drawing/2014/main" id="{A4F97649-323C-55B1-FED5-924763DDD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0324D8DD-3159-A85B-12FB-C0AE674614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F22758-1903-4031-9EE7-67A9DF696BE0}" type="slidenum">
              <a:rPr lang="en-PH" smtClean="0"/>
              <a:t>‹#›</a:t>
            </a:fld>
            <a:endParaRPr lang="en-PH"/>
          </a:p>
        </p:txBody>
      </p:sp>
    </p:spTree>
    <p:extLst>
      <p:ext uri="{BB962C8B-B14F-4D97-AF65-F5344CB8AC3E}">
        <p14:creationId xmlns:p14="http://schemas.microsoft.com/office/powerpoint/2010/main" val="3100367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freepngimg.com/png/78295-light-sun-glory-golden-png-free-photo" TargetMode="Externa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1AA2-C1F1-F943-098E-73CF2D46D4EB}"/>
              </a:ext>
            </a:extLst>
          </p:cNvPr>
          <p:cNvSpPr>
            <a:spLocks noGrp="1"/>
          </p:cNvSpPr>
          <p:nvPr>
            <p:ph type="ctrTitle"/>
          </p:nvPr>
        </p:nvSpPr>
        <p:spPr>
          <a:xfrm>
            <a:off x="3129280" y="2624266"/>
            <a:ext cx="5933440" cy="1609467"/>
          </a:xfrm>
        </p:spPr>
        <p:txBody>
          <a:bodyPr>
            <a:noAutofit/>
          </a:bodyPr>
          <a:lstStyle/>
          <a:p>
            <a:r>
              <a:rPr lang="en-PH" sz="9600" b="1" i="1" dirty="0" err="1">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10800000" scaled="1"/>
                  <a:tileRect/>
                </a:gradFill>
              </a:rPr>
              <a:t>Stud</a:t>
            </a:r>
            <a:r>
              <a:rPr lang="en-PH" sz="9600" b="1" i="1" dirty="0" err="1">
                <a:ln w="19050">
                  <a:solidFill>
                    <a:schemeClr val="bg2">
                      <a:lumMod val="25000"/>
                    </a:schemeClr>
                  </a:solidFill>
                </a:ln>
                <a:noFill/>
              </a:rPr>
              <a:t>co</a:t>
            </a:r>
            <a:endParaRPr lang="en-PH" sz="9600" i="1" dirty="0">
              <a:ln w="19050">
                <a:solidFill>
                  <a:schemeClr val="bg2">
                    <a:lumMod val="25000"/>
                  </a:schemeClr>
                </a:solidFill>
              </a:ln>
              <a:noFill/>
            </a:endParaRPr>
          </a:p>
        </p:txBody>
      </p:sp>
      <p:sp>
        <p:nvSpPr>
          <p:cNvPr id="4" name="TextBox 3">
            <a:extLst>
              <a:ext uri="{FF2B5EF4-FFF2-40B4-BE49-F238E27FC236}">
                <a16:creationId xmlns:a16="http://schemas.microsoft.com/office/drawing/2014/main" id="{F037F63F-A70F-0E6C-84AE-C8BA5274FB8B}"/>
              </a:ext>
            </a:extLst>
          </p:cNvPr>
          <p:cNvSpPr txBox="1"/>
          <p:nvPr/>
        </p:nvSpPr>
        <p:spPr>
          <a:xfrm>
            <a:off x="4053421" y="4450080"/>
            <a:ext cx="4085157" cy="369332"/>
          </a:xfrm>
          <a:prstGeom prst="rect">
            <a:avLst/>
          </a:prstGeom>
          <a:noFill/>
        </p:spPr>
        <p:txBody>
          <a:bodyPr wrap="none" rtlCol="0">
            <a:spAutoFit/>
          </a:bodyPr>
          <a:lstStyle/>
          <a:p>
            <a:r>
              <a:rPr lang="en-PH" dirty="0">
                <a:solidFill>
                  <a:srgbClr val="F8F8F8"/>
                </a:solidFill>
              </a:rPr>
              <a:t>I made this entire thing in </a:t>
            </a:r>
            <a:r>
              <a:rPr lang="en-PH" dirty="0" err="1">
                <a:solidFill>
                  <a:srgbClr val="F8F8F8"/>
                </a:solidFill>
              </a:rPr>
              <a:t>powerpoint</a:t>
            </a:r>
            <a:r>
              <a:rPr lang="en-PH" dirty="0">
                <a:solidFill>
                  <a:srgbClr val="F8F8F8"/>
                </a:solidFill>
              </a:rPr>
              <a:t> </a:t>
            </a:r>
            <a:r>
              <a:rPr lang="en-PH" dirty="0">
                <a:solidFill>
                  <a:srgbClr val="F8F8F8"/>
                </a:solidFill>
                <a:sym typeface="Wingdings" panose="05000000000000000000" pitchFamily="2" charset="2"/>
              </a:rPr>
              <a:t></a:t>
            </a:r>
            <a:endParaRPr lang="en-PH" dirty="0">
              <a:solidFill>
                <a:srgbClr val="F8F8F8"/>
              </a:solidFill>
            </a:endParaRPr>
          </a:p>
        </p:txBody>
      </p:sp>
      <p:sp>
        <p:nvSpPr>
          <p:cNvPr id="5" name="Rectangle: Rounded Corners 4">
            <a:extLst>
              <a:ext uri="{FF2B5EF4-FFF2-40B4-BE49-F238E27FC236}">
                <a16:creationId xmlns:a16="http://schemas.microsoft.com/office/drawing/2014/main" id="{2882F780-76D8-AF68-C19B-F5A9A68D2E7B}"/>
              </a:ext>
            </a:extLst>
          </p:cNvPr>
          <p:cNvSpPr/>
          <p:nvPr/>
        </p:nvSpPr>
        <p:spPr>
          <a:xfrm>
            <a:off x="4561839" y="6289040"/>
            <a:ext cx="3068320" cy="314960"/>
          </a:xfrm>
          <a:prstGeom prst="roundRect">
            <a:avLst>
              <a:gd name="adj" fmla="val 50000"/>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dirty="0"/>
              <a:t>Created by Zach Adriell Chavero</a:t>
            </a:r>
            <a:endParaRPr lang="en-PH" sz="1200" b="1" dirty="0"/>
          </a:p>
        </p:txBody>
      </p:sp>
      <p:sp>
        <p:nvSpPr>
          <p:cNvPr id="3" name="Rectangle 2">
            <a:extLst>
              <a:ext uri="{FF2B5EF4-FFF2-40B4-BE49-F238E27FC236}">
                <a16:creationId xmlns:a16="http://schemas.microsoft.com/office/drawing/2014/main" id="{BCD88293-5F12-D15E-B518-0A6E7925D190}"/>
              </a:ext>
            </a:extLst>
          </p:cNvPr>
          <p:cNvSpPr/>
          <p:nvPr/>
        </p:nvSpPr>
        <p:spPr>
          <a:xfrm>
            <a:off x="0" y="0"/>
            <a:ext cx="12192000" cy="6858000"/>
          </a:xfrm>
          <a:prstGeom prst="rect">
            <a:avLst/>
          </a:prstGeom>
          <a:noFill/>
          <a:ln w="25400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8" name="Group 7">
            <a:extLst>
              <a:ext uri="{FF2B5EF4-FFF2-40B4-BE49-F238E27FC236}">
                <a16:creationId xmlns:a16="http://schemas.microsoft.com/office/drawing/2014/main" id="{5544DAFA-A17C-4E38-6693-F2EA3C924053}"/>
              </a:ext>
            </a:extLst>
          </p:cNvPr>
          <p:cNvGrpSpPr/>
          <p:nvPr/>
        </p:nvGrpSpPr>
        <p:grpSpPr>
          <a:xfrm>
            <a:off x="4764910" y="-261077"/>
            <a:ext cx="2662177" cy="549737"/>
            <a:chOff x="4363655" y="1148123"/>
            <a:chExt cx="2662177" cy="549737"/>
          </a:xfrm>
        </p:grpSpPr>
        <p:sp>
          <p:nvSpPr>
            <p:cNvPr id="6" name="Trapezoid 5">
              <a:extLst>
                <a:ext uri="{FF2B5EF4-FFF2-40B4-BE49-F238E27FC236}">
                  <a16:creationId xmlns:a16="http://schemas.microsoft.com/office/drawing/2014/main" id="{4DCBAFCA-3F77-4103-E9CE-AE7EF4AB4468}"/>
                </a:ext>
              </a:extLst>
            </p:cNvPr>
            <p:cNvSpPr/>
            <p:nvPr/>
          </p:nvSpPr>
          <p:spPr>
            <a:xfrm rot="10800000">
              <a:off x="4363655" y="1148123"/>
              <a:ext cx="2662177" cy="520861"/>
            </a:xfrm>
            <a:prstGeom prst="trapezoid">
              <a:avLst>
                <a:gd name="adj" fmla="val 62222"/>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7" name="TextBox 6">
              <a:extLst>
                <a:ext uri="{FF2B5EF4-FFF2-40B4-BE49-F238E27FC236}">
                  <a16:creationId xmlns:a16="http://schemas.microsoft.com/office/drawing/2014/main" id="{4576EE26-9E2B-FAE2-8FE5-A73B6A2F8E50}"/>
                </a:ext>
              </a:extLst>
            </p:cNvPr>
            <p:cNvSpPr txBox="1"/>
            <p:nvPr/>
          </p:nvSpPr>
          <p:spPr>
            <a:xfrm>
              <a:off x="5053894" y="1390083"/>
              <a:ext cx="1281698" cy="307777"/>
            </a:xfrm>
            <a:prstGeom prst="rect">
              <a:avLst/>
            </a:prstGeom>
            <a:noFill/>
          </p:spPr>
          <p:txBody>
            <a:bodyPr wrap="none" rtlCol="0">
              <a:spAutoFit/>
            </a:bodyPr>
            <a:lstStyle/>
            <a:p>
              <a:pPr algn="ctr"/>
              <a:r>
                <a:rPr lang="en-US" sz="1400" b="1" dirty="0">
                  <a:solidFill>
                    <a:schemeClr val="bg1"/>
                  </a:solidFill>
                </a:rPr>
                <a:t>CS2 PROJECT</a:t>
              </a:r>
              <a:endParaRPr lang="en-PH" sz="1400" b="1" dirty="0">
                <a:solidFill>
                  <a:schemeClr val="bg1"/>
                </a:solidFill>
              </a:endParaRPr>
            </a:p>
          </p:txBody>
        </p:sp>
      </p:grpSp>
    </p:spTree>
    <p:extLst>
      <p:ext uri="{BB962C8B-B14F-4D97-AF65-F5344CB8AC3E}">
        <p14:creationId xmlns:p14="http://schemas.microsoft.com/office/powerpoint/2010/main" val="138573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FCABC-752B-B2D5-26A1-6395612F1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ADD56-69FF-51DF-F961-8A2B7706A624}"/>
              </a:ext>
            </a:extLst>
          </p:cNvPr>
          <p:cNvSpPr>
            <a:spLocks noGrp="1"/>
          </p:cNvSpPr>
          <p:nvPr>
            <p:ph type="ctrTitle"/>
          </p:nvPr>
        </p:nvSpPr>
        <p:spPr>
          <a:xfrm>
            <a:off x="3129280" y="2624266"/>
            <a:ext cx="5933440" cy="1609467"/>
          </a:xfrm>
        </p:spPr>
        <p:txBody>
          <a:bodyPr>
            <a:noAutofit/>
          </a:bodyPr>
          <a:lstStyle/>
          <a:p>
            <a:r>
              <a:rPr lang="en-PH" sz="9600" b="1" i="1" dirty="0" err="1">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10800000" scaled="1"/>
                  <a:tileRect/>
                </a:gradFill>
              </a:rPr>
              <a:t>Stud</a:t>
            </a:r>
            <a:r>
              <a:rPr lang="en-PH" sz="9600" b="1" i="1" dirty="0" err="1">
                <a:ln w="19050">
                  <a:solidFill>
                    <a:schemeClr val="bg2">
                      <a:lumMod val="25000"/>
                    </a:schemeClr>
                  </a:solidFill>
                </a:ln>
                <a:noFill/>
              </a:rPr>
              <a:t>co</a:t>
            </a:r>
            <a:endParaRPr lang="en-PH" sz="9600" i="1" dirty="0">
              <a:ln w="19050">
                <a:solidFill>
                  <a:schemeClr val="bg2">
                    <a:lumMod val="25000"/>
                  </a:schemeClr>
                </a:solidFill>
              </a:ln>
              <a:noFill/>
            </a:endParaRPr>
          </a:p>
        </p:txBody>
      </p:sp>
      <p:sp>
        <p:nvSpPr>
          <p:cNvPr id="13" name="Parallelogram 12">
            <a:extLst>
              <a:ext uri="{FF2B5EF4-FFF2-40B4-BE49-F238E27FC236}">
                <a16:creationId xmlns:a16="http://schemas.microsoft.com/office/drawing/2014/main" id="{61B4E737-A80B-1366-9643-2E98E016E7F0}"/>
              </a:ext>
            </a:extLst>
          </p:cNvPr>
          <p:cNvSpPr/>
          <p:nvPr/>
        </p:nvSpPr>
        <p:spPr>
          <a:xfrm>
            <a:off x="1864137" y="1939473"/>
            <a:ext cx="7901649" cy="4086408"/>
          </a:xfrm>
          <a:prstGeom prst="parallelogram">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grpSp>
        <p:nvGrpSpPr>
          <p:cNvPr id="9" name="Group 8">
            <a:extLst>
              <a:ext uri="{FF2B5EF4-FFF2-40B4-BE49-F238E27FC236}">
                <a16:creationId xmlns:a16="http://schemas.microsoft.com/office/drawing/2014/main" id="{5600391D-50F2-36E7-9469-74686FC607C4}"/>
              </a:ext>
            </a:extLst>
          </p:cNvPr>
          <p:cNvGrpSpPr/>
          <p:nvPr/>
        </p:nvGrpSpPr>
        <p:grpSpPr>
          <a:xfrm>
            <a:off x="2870604" y="888148"/>
            <a:ext cx="6945284" cy="713737"/>
            <a:chOff x="4558810" y="1095579"/>
            <a:chExt cx="6945284" cy="713737"/>
          </a:xfrm>
        </p:grpSpPr>
        <p:sp>
          <p:nvSpPr>
            <p:cNvPr id="7" name="Parallelogram 6">
              <a:extLst>
                <a:ext uri="{FF2B5EF4-FFF2-40B4-BE49-F238E27FC236}">
                  <a16:creationId xmlns:a16="http://schemas.microsoft.com/office/drawing/2014/main" id="{B44CF5D9-B668-196A-3830-100F12A8B20D}"/>
                </a:ext>
              </a:extLst>
            </p:cNvPr>
            <p:cNvSpPr/>
            <p:nvPr/>
          </p:nvSpPr>
          <p:spPr>
            <a:xfrm>
              <a:off x="4558810" y="1095579"/>
              <a:ext cx="6944811" cy="713265"/>
            </a:xfrm>
            <a:prstGeom prst="parallelogram">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6" name="Parallelogram 5">
              <a:extLst>
                <a:ext uri="{FF2B5EF4-FFF2-40B4-BE49-F238E27FC236}">
                  <a16:creationId xmlns:a16="http://schemas.microsoft.com/office/drawing/2014/main" id="{1252C7CF-1CF2-897E-7C6E-0817BD107287}"/>
                </a:ext>
              </a:extLst>
            </p:cNvPr>
            <p:cNvSpPr/>
            <p:nvPr/>
          </p:nvSpPr>
          <p:spPr>
            <a:xfrm>
              <a:off x="4559283" y="1096051"/>
              <a:ext cx="6944811" cy="713265"/>
            </a:xfrm>
            <a:prstGeom prst="parallelogram">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latin typeface="Agency FB" panose="020B0503020202020204" pitchFamily="34" charset="0"/>
                </a:rPr>
                <a:t>PROBLEM STATEMENT</a:t>
              </a:r>
            </a:p>
          </p:txBody>
        </p:sp>
      </p:grpSp>
      <p:sp>
        <p:nvSpPr>
          <p:cNvPr id="10" name="Parallelogram 9">
            <a:extLst>
              <a:ext uri="{FF2B5EF4-FFF2-40B4-BE49-F238E27FC236}">
                <a16:creationId xmlns:a16="http://schemas.microsoft.com/office/drawing/2014/main" id="{2EB05DE1-165D-6FB8-DA5C-4FBB25AD004C}"/>
              </a:ext>
            </a:extLst>
          </p:cNvPr>
          <p:cNvSpPr/>
          <p:nvPr/>
        </p:nvSpPr>
        <p:spPr>
          <a:xfrm>
            <a:off x="1711737" y="1787073"/>
            <a:ext cx="7901649" cy="4086408"/>
          </a:xfrm>
          <a:prstGeom prst="parallelogram">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i="1" dirty="0">
                <a:solidFill>
                  <a:schemeClr val="tx1"/>
                </a:solidFill>
                <a:latin typeface="Calibri" panose="020F0502020204030204" pitchFamily="34" charset="0"/>
                <a:ea typeface="Calibri" panose="020F0502020204030204" pitchFamily="34" charset="0"/>
                <a:cs typeface="Calibri" panose="020F0502020204030204" pitchFamily="34" charset="0"/>
              </a:rPr>
              <a:t>All students and scholars alike share one common problem they encounter in their academic journey; studying. For a short quiz, a long test, or a periodical exam, there’s always going to be a moment where a student freezes in hunt for knowledge.</a:t>
            </a:r>
          </a:p>
          <a:p>
            <a:pPr algn="ctr"/>
            <a:endParaRPr lang="en-PH" dirty="0">
              <a:solidFill>
                <a:schemeClr val="tx1"/>
              </a:solidFill>
            </a:endParaRPr>
          </a:p>
          <a:p>
            <a:pPr algn="ctr"/>
            <a:r>
              <a:rPr lang="en-PH" sz="2800" b="1" i="1" dirty="0">
                <a:solidFill>
                  <a:schemeClr val="tx1"/>
                </a:solidFill>
              </a:rPr>
              <a:t>This is where my project comes in to fix that.</a:t>
            </a:r>
          </a:p>
        </p:txBody>
      </p:sp>
      <p:sp>
        <p:nvSpPr>
          <p:cNvPr id="4" name="Rectangle: Rounded Corners 3">
            <a:extLst>
              <a:ext uri="{FF2B5EF4-FFF2-40B4-BE49-F238E27FC236}">
                <a16:creationId xmlns:a16="http://schemas.microsoft.com/office/drawing/2014/main" id="{FD69A673-8542-4C95-5995-8BA62B599AF2}"/>
              </a:ext>
            </a:extLst>
          </p:cNvPr>
          <p:cNvSpPr/>
          <p:nvPr/>
        </p:nvSpPr>
        <p:spPr>
          <a:xfrm>
            <a:off x="4561839" y="6289040"/>
            <a:ext cx="3068320" cy="314960"/>
          </a:xfrm>
          <a:prstGeom prst="roundRect">
            <a:avLst>
              <a:gd name="adj" fmla="val 50000"/>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dirty="0"/>
              <a:t>Created by Zach Adriell Chavero</a:t>
            </a:r>
            <a:endParaRPr lang="en-PH" sz="1200" b="1" dirty="0"/>
          </a:p>
        </p:txBody>
      </p:sp>
      <p:sp>
        <p:nvSpPr>
          <p:cNvPr id="3" name="Rectangle 2">
            <a:extLst>
              <a:ext uri="{FF2B5EF4-FFF2-40B4-BE49-F238E27FC236}">
                <a16:creationId xmlns:a16="http://schemas.microsoft.com/office/drawing/2014/main" id="{31B55AEE-46B6-E694-63DC-229F58500FAE}"/>
              </a:ext>
            </a:extLst>
          </p:cNvPr>
          <p:cNvSpPr/>
          <p:nvPr/>
        </p:nvSpPr>
        <p:spPr>
          <a:xfrm>
            <a:off x="0" y="0"/>
            <a:ext cx="12192000" cy="6858000"/>
          </a:xfrm>
          <a:prstGeom prst="rect">
            <a:avLst/>
          </a:prstGeom>
          <a:noFill/>
          <a:ln w="25400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2" name="Group 11">
            <a:extLst>
              <a:ext uri="{FF2B5EF4-FFF2-40B4-BE49-F238E27FC236}">
                <a16:creationId xmlns:a16="http://schemas.microsoft.com/office/drawing/2014/main" id="{8F1D7676-C457-2A63-4EA2-A9E32ADAF1D8}"/>
              </a:ext>
            </a:extLst>
          </p:cNvPr>
          <p:cNvGrpSpPr/>
          <p:nvPr/>
        </p:nvGrpSpPr>
        <p:grpSpPr>
          <a:xfrm>
            <a:off x="4764910" y="-261077"/>
            <a:ext cx="2662177" cy="549737"/>
            <a:chOff x="4363655" y="1148123"/>
            <a:chExt cx="2662177" cy="549737"/>
          </a:xfrm>
        </p:grpSpPr>
        <p:sp>
          <p:nvSpPr>
            <p:cNvPr id="14" name="Trapezoid 13">
              <a:extLst>
                <a:ext uri="{FF2B5EF4-FFF2-40B4-BE49-F238E27FC236}">
                  <a16:creationId xmlns:a16="http://schemas.microsoft.com/office/drawing/2014/main" id="{CCA3DEED-C3E2-E15C-D473-1BC2FAF81019}"/>
                </a:ext>
              </a:extLst>
            </p:cNvPr>
            <p:cNvSpPr/>
            <p:nvPr/>
          </p:nvSpPr>
          <p:spPr>
            <a:xfrm rot="10800000">
              <a:off x="4363655" y="1148123"/>
              <a:ext cx="2662177" cy="520861"/>
            </a:xfrm>
            <a:prstGeom prst="trapezoid">
              <a:avLst>
                <a:gd name="adj" fmla="val 62222"/>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5" name="TextBox 14">
              <a:extLst>
                <a:ext uri="{FF2B5EF4-FFF2-40B4-BE49-F238E27FC236}">
                  <a16:creationId xmlns:a16="http://schemas.microsoft.com/office/drawing/2014/main" id="{B2C076B1-00C6-51FB-9FF6-5EA05C06E007}"/>
                </a:ext>
              </a:extLst>
            </p:cNvPr>
            <p:cNvSpPr txBox="1"/>
            <p:nvPr/>
          </p:nvSpPr>
          <p:spPr>
            <a:xfrm>
              <a:off x="5053894" y="1390083"/>
              <a:ext cx="1281698" cy="307777"/>
            </a:xfrm>
            <a:prstGeom prst="rect">
              <a:avLst/>
            </a:prstGeom>
            <a:noFill/>
          </p:spPr>
          <p:txBody>
            <a:bodyPr wrap="none" rtlCol="0">
              <a:spAutoFit/>
            </a:bodyPr>
            <a:lstStyle/>
            <a:p>
              <a:pPr algn="ctr"/>
              <a:r>
                <a:rPr lang="en-US" sz="1400" b="1" dirty="0">
                  <a:solidFill>
                    <a:schemeClr val="bg1"/>
                  </a:solidFill>
                </a:rPr>
                <a:t>CS2 PROJECT</a:t>
              </a:r>
              <a:endParaRPr lang="en-PH" sz="1400" b="1" dirty="0">
                <a:solidFill>
                  <a:schemeClr val="bg1"/>
                </a:solidFill>
              </a:endParaRPr>
            </a:p>
          </p:txBody>
        </p:sp>
      </p:grpSp>
    </p:spTree>
    <p:extLst>
      <p:ext uri="{BB962C8B-B14F-4D97-AF65-F5344CB8AC3E}">
        <p14:creationId xmlns:p14="http://schemas.microsoft.com/office/powerpoint/2010/main" val="1197310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8" accel="100000" fill="hold" grpId="0" nodeType="withEffect">
                                  <p:stCondLst>
                                    <p:cond delay="0"/>
                                  </p:stCondLst>
                                  <p:childTnLst>
                                    <p:anim calcmode="lin" valueType="num">
                                      <p:cBhvr additive="base">
                                        <p:cTn id="6" dur="750"/>
                                        <p:tgtEl>
                                          <p:spTgt spid="2"/>
                                        </p:tgtEl>
                                        <p:attrNameLst>
                                          <p:attrName>ppt_x</p:attrName>
                                        </p:attrNameLst>
                                      </p:cBhvr>
                                      <p:tavLst>
                                        <p:tav tm="0">
                                          <p:val>
                                            <p:strVal val="ppt_x"/>
                                          </p:val>
                                        </p:tav>
                                        <p:tav tm="100000">
                                          <p:val>
                                            <p:strVal val="0-ppt_w/2"/>
                                          </p:val>
                                        </p:tav>
                                      </p:tavLst>
                                    </p:anim>
                                    <p:anim calcmode="lin" valueType="num">
                                      <p:cBhvr additive="base">
                                        <p:cTn id="7" dur="750"/>
                                        <p:tgtEl>
                                          <p:spTgt spid="2"/>
                                        </p:tgtEl>
                                        <p:attrNameLst>
                                          <p:attrName>ppt_y</p:attrName>
                                        </p:attrNameLst>
                                      </p:cBhvr>
                                      <p:tavLst>
                                        <p:tav tm="0">
                                          <p:val>
                                            <p:strVal val="ppt_y"/>
                                          </p:val>
                                        </p:tav>
                                        <p:tav tm="100000">
                                          <p:val>
                                            <p:strVal val="ppt_y"/>
                                          </p:val>
                                        </p:tav>
                                      </p:tavLst>
                                    </p:anim>
                                    <p:set>
                                      <p:cBhvr>
                                        <p:cTn id="8" dur="1" fill="hold">
                                          <p:stCondLst>
                                            <p:cond delay="749"/>
                                          </p:stCondLst>
                                        </p:cTn>
                                        <p:tgtEl>
                                          <p:spTgt spid="2"/>
                                        </p:tgtEl>
                                        <p:attrNameLst>
                                          <p:attrName>style.visibility</p:attrName>
                                        </p:attrNameLst>
                                      </p:cBhvr>
                                      <p:to>
                                        <p:strVal val="hidden"/>
                                      </p:to>
                                    </p:set>
                                  </p:childTnLst>
                                </p:cTn>
                              </p:par>
                              <p:par>
                                <p:cTn id="9" presetID="2" presetClass="exit" presetSubtype="8" accel="100000" fill="hold" grpId="0" nodeType="withEffect">
                                  <p:stCondLst>
                                    <p:cond delay="0"/>
                                  </p:stCondLst>
                                  <p:childTnLst>
                                    <p:anim calcmode="lin" valueType="num">
                                      <p:cBhvr additive="base">
                                        <p:cTn id="10" dur="750"/>
                                        <p:tgtEl>
                                          <p:spTgt spid="4"/>
                                        </p:tgtEl>
                                        <p:attrNameLst>
                                          <p:attrName>ppt_x</p:attrName>
                                        </p:attrNameLst>
                                      </p:cBhvr>
                                      <p:tavLst>
                                        <p:tav tm="0">
                                          <p:val>
                                            <p:strVal val="ppt_x"/>
                                          </p:val>
                                        </p:tav>
                                        <p:tav tm="100000">
                                          <p:val>
                                            <p:strVal val="0-ppt_w/2"/>
                                          </p:val>
                                        </p:tav>
                                      </p:tavLst>
                                    </p:anim>
                                    <p:anim calcmode="lin" valueType="num">
                                      <p:cBhvr additive="base">
                                        <p:cTn id="11" dur="750"/>
                                        <p:tgtEl>
                                          <p:spTgt spid="4"/>
                                        </p:tgtEl>
                                        <p:attrNameLst>
                                          <p:attrName>ppt_y</p:attrName>
                                        </p:attrNameLst>
                                      </p:cBhvr>
                                      <p:tavLst>
                                        <p:tav tm="0">
                                          <p:val>
                                            <p:strVal val="ppt_y"/>
                                          </p:val>
                                        </p:tav>
                                        <p:tav tm="100000">
                                          <p:val>
                                            <p:strVal val="ppt_y"/>
                                          </p:val>
                                        </p:tav>
                                      </p:tavLst>
                                    </p:anim>
                                    <p:set>
                                      <p:cBhvr>
                                        <p:cTn id="12" dur="1" fill="hold">
                                          <p:stCondLst>
                                            <p:cond delay="749"/>
                                          </p:stCondLst>
                                        </p:cTn>
                                        <p:tgtEl>
                                          <p:spTgt spid="4"/>
                                        </p:tgtEl>
                                        <p:attrNameLst>
                                          <p:attrName>style.visibility</p:attrName>
                                        </p:attrNameLst>
                                      </p:cBhvr>
                                      <p:to>
                                        <p:strVal val="hidden"/>
                                      </p:to>
                                    </p:set>
                                  </p:childTnLst>
                                </p:cTn>
                              </p:par>
                              <p:par>
                                <p:cTn id="13" presetID="2" presetClass="entr" presetSubtype="2" decel="100000" fill="hold"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6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750" fill="hold"/>
                                        <p:tgtEl>
                                          <p:spTgt spid="13"/>
                                        </p:tgtEl>
                                        <p:attrNameLst>
                                          <p:attrName>ppt_x</p:attrName>
                                        </p:attrNameLst>
                                      </p:cBhvr>
                                      <p:tavLst>
                                        <p:tav tm="0">
                                          <p:val>
                                            <p:strVal val="1+#ppt_w/2"/>
                                          </p:val>
                                        </p:tav>
                                        <p:tav tm="100000">
                                          <p:val>
                                            <p:strVal val="#ppt_x"/>
                                          </p:val>
                                        </p:tav>
                                      </p:tavLst>
                                    </p:anim>
                                    <p:anim calcmode="lin" valueType="num">
                                      <p:cBhvr additive="base">
                                        <p:cTn id="20" dur="75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60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750" fill="hold"/>
                                        <p:tgtEl>
                                          <p:spTgt spid="10"/>
                                        </p:tgtEl>
                                        <p:attrNameLst>
                                          <p:attrName>ppt_x</p:attrName>
                                        </p:attrNameLst>
                                      </p:cBhvr>
                                      <p:tavLst>
                                        <p:tav tm="0">
                                          <p:val>
                                            <p:strVal val="1+#ppt_w/2"/>
                                          </p:val>
                                        </p:tav>
                                        <p:tav tm="100000">
                                          <p:val>
                                            <p:strVal val="#ppt_x"/>
                                          </p:val>
                                        </p:tav>
                                      </p:tavLst>
                                    </p:anim>
                                    <p:anim calcmode="lin" valueType="num">
                                      <p:cBhvr additive="base">
                                        <p:cTn id="24" dur="7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animBg="1"/>
      <p:bldP spid="10"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5A41B-730D-84DC-99EF-8F6A6BE4FBEE}"/>
            </a:ext>
          </a:extLst>
        </p:cNvPr>
        <p:cNvGrpSpPr/>
        <p:nvPr/>
      </p:nvGrpSpPr>
      <p:grpSpPr>
        <a:xfrm>
          <a:off x="0" y="0"/>
          <a:ext cx="0" cy="0"/>
          <a:chOff x="0" y="0"/>
          <a:chExt cx="0" cy="0"/>
        </a:xfrm>
      </p:grpSpPr>
      <p:sp>
        <p:nvSpPr>
          <p:cNvPr id="35" name="Parallelogram 34">
            <a:extLst>
              <a:ext uri="{FF2B5EF4-FFF2-40B4-BE49-F238E27FC236}">
                <a16:creationId xmlns:a16="http://schemas.microsoft.com/office/drawing/2014/main" id="{858E4416-C7D6-3F89-3971-68A8BAE408BE}"/>
              </a:ext>
            </a:extLst>
          </p:cNvPr>
          <p:cNvSpPr/>
          <p:nvPr/>
        </p:nvSpPr>
        <p:spPr>
          <a:xfrm>
            <a:off x="1864137" y="1939473"/>
            <a:ext cx="7901649" cy="4086408"/>
          </a:xfrm>
          <a:prstGeom prst="parallelogram">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solidFill>
                <a:schemeClr val="tx1"/>
              </a:solidFill>
            </a:endParaRPr>
          </a:p>
        </p:txBody>
      </p:sp>
      <p:grpSp>
        <p:nvGrpSpPr>
          <p:cNvPr id="36" name="Group 35">
            <a:extLst>
              <a:ext uri="{FF2B5EF4-FFF2-40B4-BE49-F238E27FC236}">
                <a16:creationId xmlns:a16="http://schemas.microsoft.com/office/drawing/2014/main" id="{F2E5A1B8-3BED-4277-4812-021D9E7C40D5}"/>
              </a:ext>
            </a:extLst>
          </p:cNvPr>
          <p:cNvGrpSpPr/>
          <p:nvPr/>
        </p:nvGrpSpPr>
        <p:grpSpPr>
          <a:xfrm>
            <a:off x="2870604" y="888148"/>
            <a:ext cx="6945284" cy="713737"/>
            <a:chOff x="4558810" y="1095579"/>
            <a:chExt cx="6945284" cy="713737"/>
          </a:xfrm>
        </p:grpSpPr>
        <p:sp>
          <p:nvSpPr>
            <p:cNvPr id="37" name="Parallelogram 36">
              <a:extLst>
                <a:ext uri="{FF2B5EF4-FFF2-40B4-BE49-F238E27FC236}">
                  <a16:creationId xmlns:a16="http://schemas.microsoft.com/office/drawing/2014/main" id="{37D58A58-D3F9-0A82-2B15-FBE14B486021}"/>
                </a:ext>
              </a:extLst>
            </p:cNvPr>
            <p:cNvSpPr/>
            <p:nvPr/>
          </p:nvSpPr>
          <p:spPr>
            <a:xfrm>
              <a:off x="4558810" y="1095579"/>
              <a:ext cx="6944811" cy="713265"/>
            </a:xfrm>
            <a:prstGeom prst="parallelogram">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38" name="Parallelogram 37">
              <a:extLst>
                <a:ext uri="{FF2B5EF4-FFF2-40B4-BE49-F238E27FC236}">
                  <a16:creationId xmlns:a16="http://schemas.microsoft.com/office/drawing/2014/main" id="{C78EEDB7-FA83-73CB-6868-F051B2CF56FC}"/>
                </a:ext>
              </a:extLst>
            </p:cNvPr>
            <p:cNvSpPr/>
            <p:nvPr/>
          </p:nvSpPr>
          <p:spPr>
            <a:xfrm>
              <a:off x="4559283" y="1096051"/>
              <a:ext cx="6944811" cy="713265"/>
            </a:xfrm>
            <a:prstGeom prst="parallelogram">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latin typeface="Agency FB" panose="020B0503020202020204" pitchFamily="34" charset="0"/>
                </a:rPr>
                <a:t>PROBLEM STATEMENT</a:t>
              </a:r>
            </a:p>
          </p:txBody>
        </p:sp>
      </p:grpSp>
      <p:sp>
        <p:nvSpPr>
          <p:cNvPr id="39" name="Parallelogram 38">
            <a:extLst>
              <a:ext uri="{FF2B5EF4-FFF2-40B4-BE49-F238E27FC236}">
                <a16:creationId xmlns:a16="http://schemas.microsoft.com/office/drawing/2014/main" id="{C55AC648-0662-541F-2241-6C54F1A2EF8C}"/>
              </a:ext>
            </a:extLst>
          </p:cNvPr>
          <p:cNvSpPr/>
          <p:nvPr/>
        </p:nvSpPr>
        <p:spPr>
          <a:xfrm>
            <a:off x="1711737" y="1787073"/>
            <a:ext cx="7901649" cy="4086408"/>
          </a:xfrm>
          <a:prstGeom prst="parallelogram">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i="1" dirty="0">
                <a:solidFill>
                  <a:schemeClr val="tx1"/>
                </a:solidFill>
                <a:latin typeface="Calibri" panose="020F0502020204030204" pitchFamily="34" charset="0"/>
                <a:ea typeface="Calibri" panose="020F0502020204030204" pitchFamily="34" charset="0"/>
                <a:cs typeface="Calibri" panose="020F0502020204030204" pitchFamily="34" charset="0"/>
              </a:rPr>
              <a:t>All students and scholars alike share one common problem they encounter in their academic journey; studying. For a short quiz, a long test, or a periodical exam, there’s always going to be a moment where a student freezes in hunt for knowledge.</a:t>
            </a:r>
          </a:p>
          <a:p>
            <a:pPr algn="ctr"/>
            <a:endParaRPr lang="en-PH" dirty="0">
              <a:solidFill>
                <a:schemeClr val="tx1"/>
              </a:solidFill>
            </a:endParaRPr>
          </a:p>
          <a:p>
            <a:pPr algn="ctr"/>
            <a:r>
              <a:rPr lang="en-PH" sz="2800" b="1" i="1" dirty="0">
                <a:solidFill>
                  <a:schemeClr val="tx1"/>
                </a:solidFill>
              </a:rPr>
              <a:t>This is where my project comes in to fix that.</a:t>
            </a:r>
          </a:p>
        </p:txBody>
      </p:sp>
      <p:grpSp>
        <p:nvGrpSpPr>
          <p:cNvPr id="32" name="Group 31">
            <a:extLst>
              <a:ext uri="{FF2B5EF4-FFF2-40B4-BE49-F238E27FC236}">
                <a16:creationId xmlns:a16="http://schemas.microsoft.com/office/drawing/2014/main" id="{19849861-E4D2-E56E-7A6E-EB3E7C6EED19}"/>
              </a:ext>
            </a:extLst>
          </p:cNvPr>
          <p:cNvGrpSpPr/>
          <p:nvPr/>
        </p:nvGrpSpPr>
        <p:grpSpPr>
          <a:xfrm>
            <a:off x="2808553" y="3083706"/>
            <a:ext cx="6945284" cy="713737"/>
            <a:chOff x="2623358" y="3072131"/>
            <a:chExt cx="6945284" cy="713737"/>
          </a:xfrm>
        </p:grpSpPr>
        <p:sp>
          <p:nvSpPr>
            <p:cNvPr id="25" name="Parallelogram 24">
              <a:extLst>
                <a:ext uri="{FF2B5EF4-FFF2-40B4-BE49-F238E27FC236}">
                  <a16:creationId xmlns:a16="http://schemas.microsoft.com/office/drawing/2014/main" id="{55175E38-BAF2-E14E-DAB1-07C4878661C0}"/>
                </a:ext>
              </a:extLst>
            </p:cNvPr>
            <p:cNvSpPr/>
            <p:nvPr/>
          </p:nvSpPr>
          <p:spPr>
            <a:xfrm>
              <a:off x="2623358" y="3072131"/>
              <a:ext cx="6944811" cy="713265"/>
            </a:xfrm>
            <a:prstGeom prst="parallelogram">
              <a:avLst>
                <a:gd name="adj" fmla="val 0"/>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26" name="Parallelogram 25">
              <a:extLst>
                <a:ext uri="{FF2B5EF4-FFF2-40B4-BE49-F238E27FC236}">
                  <a16:creationId xmlns:a16="http://schemas.microsoft.com/office/drawing/2014/main" id="{2C0E975B-73C3-FA68-1ADC-655438CB09FF}"/>
                </a:ext>
              </a:extLst>
            </p:cNvPr>
            <p:cNvSpPr/>
            <p:nvPr/>
          </p:nvSpPr>
          <p:spPr>
            <a:xfrm>
              <a:off x="2623831" y="3072603"/>
              <a:ext cx="6944811" cy="713265"/>
            </a:xfrm>
            <a:prstGeom prst="parallelogram">
              <a:avLst>
                <a:gd name="adj" fmla="val 0"/>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latin typeface="Agency FB" panose="020B0503020202020204" pitchFamily="34" charset="0"/>
                </a:rPr>
                <a:t>PROJECT OBJECTIVES</a:t>
              </a:r>
            </a:p>
          </p:txBody>
        </p:sp>
      </p:grpSp>
      <p:sp>
        <p:nvSpPr>
          <p:cNvPr id="27" name="Parallelogram 26">
            <a:extLst>
              <a:ext uri="{FF2B5EF4-FFF2-40B4-BE49-F238E27FC236}">
                <a16:creationId xmlns:a16="http://schemas.microsoft.com/office/drawing/2014/main" id="{D6B76A02-824B-932A-CB78-0AAA11FD2CCF}"/>
              </a:ext>
            </a:extLst>
          </p:cNvPr>
          <p:cNvSpPr/>
          <p:nvPr/>
        </p:nvSpPr>
        <p:spPr>
          <a:xfrm flipH="1">
            <a:off x="216587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Addresses the study issue by making it easy to access, online or offline, with lightweight and minimal equipment requirements and internet.</a:t>
            </a:r>
            <a:endParaRPr lang="en-PH" sz="1600" i="1" dirty="0">
              <a:solidFill>
                <a:schemeClr val="tx1"/>
              </a:solidFill>
            </a:endParaRPr>
          </a:p>
        </p:txBody>
      </p:sp>
      <p:sp>
        <p:nvSpPr>
          <p:cNvPr id="28" name="Parallelogram 27">
            <a:extLst>
              <a:ext uri="{FF2B5EF4-FFF2-40B4-BE49-F238E27FC236}">
                <a16:creationId xmlns:a16="http://schemas.microsoft.com/office/drawing/2014/main" id="{EB964E12-681E-1AAE-5F98-4F5C2E108AC4}"/>
              </a:ext>
            </a:extLst>
          </p:cNvPr>
          <p:cNvSpPr/>
          <p:nvPr/>
        </p:nvSpPr>
        <p:spPr>
          <a:xfrm flipH="1">
            <a:off x="571171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Because the files are just blocks of texts, the file size would be small, making it lightweight.</a:t>
            </a:r>
            <a:endParaRPr lang="en-PH" sz="1600" i="1" dirty="0">
              <a:solidFill>
                <a:schemeClr val="tx1"/>
              </a:solidFill>
            </a:endParaRPr>
          </a:p>
        </p:txBody>
      </p:sp>
      <p:sp>
        <p:nvSpPr>
          <p:cNvPr id="30" name="Parallelogram 29">
            <a:extLst>
              <a:ext uri="{FF2B5EF4-FFF2-40B4-BE49-F238E27FC236}">
                <a16:creationId xmlns:a16="http://schemas.microsoft.com/office/drawing/2014/main" id="{5DFD0D3F-76BE-FC6F-677A-4D7A0773EFAF}"/>
              </a:ext>
            </a:extLst>
          </p:cNvPr>
          <p:cNvSpPr/>
          <p:nvPr/>
        </p:nvSpPr>
        <p:spPr>
          <a:xfrm>
            <a:off x="2107460"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a:solidFill>
                  <a:schemeClr val="tx1"/>
                </a:solidFill>
              </a:rPr>
              <a:t>Organized, with sorting of notes using folders and other tools, making it easy to find where anything is and helps the unorganized to practice their organization skills.</a:t>
            </a:r>
            <a:endParaRPr lang="en-PH" sz="1600" i="1" dirty="0">
              <a:solidFill>
                <a:schemeClr val="tx1"/>
              </a:solidFill>
            </a:endParaRPr>
          </a:p>
        </p:txBody>
      </p:sp>
      <p:sp>
        <p:nvSpPr>
          <p:cNvPr id="31" name="Parallelogram 30">
            <a:extLst>
              <a:ext uri="{FF2B5EF4-FFF2-40B4-BE49-F238E27FC236}">
                <a16:creationId xmlns:a16="http://schemas.microsoft.com/office/drawing/2014/main" id="{8525BF2D-5E82-7A42-F503-5BFA6B07D12E}"/>
              </a:ext>
            </a:extLst>
          </p:cNvPr>
          <p:cNvSpPr/>
          <p:nvPr/>
        </p:nvSpPr>
        <p:spPr>
          <a:xfrm>
            <a:off x="5711711"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Communication and transparency, making it easier to collaborate with other people.</a:t>
            </a:r>
            <a:endParaRPr lang="en-PH" sz="1600" i="1" dirty="0">
              <a:solidFill>
                <a:schemeClr val="tx1"/>
              </a:solidFill>
            </a:endParaRPr>
          </a:p>
        </p:txBody>
      </p:sp>
      <p:sp>
        <p:nvSpPr>
          <p:cNvPr id="40" name="Rectangle 39">
            <a:extLst>
              <a:ext uri="{FF2B5EF4-FFF2-40B4-BE49-F238E27FC236}">
                <a16:creationId xmlns:a16="http://schemas.microsoft.com/office/drawing/2014/main" id="{AD98DDFF-52CB-879D-2EA7-36AC998CA4DD}"/>
              </a:ext>
            </a:extLst>
          </p:cNvPr>
          <p:cNvSpPr/>
          <p:nvPr/>
        </p:nvSpPr>
        <p:spPr>
          <a:xfrm>
            <a:off x="0" y="0"/>
            <a:ext cx="12192000" cy="6858000"/>
          </a:xfrm>
          <a:prstGeom prst="rect">
            <a:avLst/>
          </a:prstGeom>
          <a:noFill/>
          <a:ln w="25400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5" name="Group 4">
            <a:extLst>
              <a:ext uri="{FF2B5EF4-FFF2-40B4-BE49-F238E27FC236}">
                <a16:creationId xmlns:a16="http://schemas.microsoft.com/office/drawing/2014/main" id="{82DC7A7C-1EDF-2581-D158-BFE43025A264}"/>
              </a:ext>
            </a:extLst>
          </p:cNvPr>
          <p:cNvGrpSpPr/>
          <p:nvPr/>
        </p:nvGrpSpPr>
        <p:grpSpPr>
          <a:xfrm>
            <a:off x="4764910" y="-261077"/>
            <a:ext cx="2662177" cy="549737"/>
            <a:chOff x="4363655" y="1148123"/>
            <a:chExt cx="2662177" cy="549737"/>
          </a:xfrm>
        </p:grpSpPr>
        <p:sp>
          <p:nvSpPr>
            <p:cNvPr id="6" name="Trapezoid 5">
              <a:extLst>
                <a:ext uri="{FF2B5EF4-FFF2-40B4-BE49-F238E27FC236}">
                  <a16:creationId xmlns:a16="http://schemas.microsoft.com/office/drawing/2014/main" id="{D83ED85E-2A23-4E86-E032-A0302C64C561}"/>
                </a:ext>
              </a:extLst>
            </p:cNvPr>
            <p:cNvSpPr/>
            <p:nvPr/>
          </p:nvSpPr>
          <p:spPr>
            <a:xfrm rot="10800000">
              <a:off x="4363655" y="1148123"/>
              <a:ext cx="2662177" cy="520861"/>
            </a:xfrm>
            <a:prstGeom prst="trapezoid">
              <a:avLst>
                <a:gd name="adj" fmla="val 62222"/>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7" name="TextBox 6">
              <a:extLst>
                <a:ext uri="{FF2B5EF4-FFF2-40B4-BE49-F238E27FC236}">
                  <a16:creationId xmlns:a16="http://schemas.microsoft.com/office/drawing/2014/main" id="{07C55FAB-415C-91CE-B422-B8344EB7FFEC}"/>
                </a:ext>
              </a:extLst>
            </p:cNvPr>
            <p:cNvSpPr txBox="1"/>
            <p:nvPr/>
          </p:nvSpPr>
          <p:spPr>
            <a:xfrm>
              <a:off x="5053894" y="1390083"/>
              <a:ext cx="1281698" cy="307777"/>
            </a:xfrm>
            <a:prstGeom prst="rect">
              <a:avLst/>
            </a:prstGeom>
            <a:noFill/>
          </p:spPr>
          <p:txBody>
            <a:bodyPr wrap="none" rtlCol="0">
              <a:spAutoFit/>
            </a:bodyPr>
            <a:lstStyle/>
            <a:p>
              <a:pPr algn="ctr"/>
              <a:r>
                <a:rPr lang="en-US" sz="1400" b="1" dirty="0">
                  <a:solidFill>
                    <a:schemeClr val="bg1"/>
                  </a:solidFill>
                </a:rPr>
                <a:t>CS2 PROJECT</a:t>
              </a:r>
              <a:endParaRPr lang="en-PH" sz="1400" b="1" dirty="0">
                <a:solidFill>
                  <a:schemeClr val="bg1"/>
                </a:solidFill>
              </a:endParaRPr>
            </a:p>
          </p:txBody>
        </p:sp>
      </p:grpSp>
    </p:spTree>
    <p:extLst>
      <p:ext uri="{BB962C8B-B14F-4D97-AF65-F5344CB8AC3E}">
        <p14:creationId xmlns:p14="http://schemas.microsoft.com/office/powerpoint/2010/main" val="1093109178"/>
      </p:ext>
    </p:extLst>
  </p:cSld>
  <p:clrMapOvr>
    <a:masterClrMapping/>
  </p:clrMapOvr>
  <mc:AlternateContent xmlns:mc="http://schemas.openxmlformats.org/markup-compatibility/2006" xmlns:p14="http://schemas.microsoft.com/office/powerpoint/2010/main">
    <mc:Choice Requires="p14">
      <p:transition p14:dur="0" advTm="10"/>
    </mc:Choice>
    <mc:Fallback xmlns="">
      <p:transition advTm="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8" accel="100000" fill="hold" nodeType="withEffect">
                                  <p:stCondLst>
                                    <p:cond delay="0"/>
                                  </p:stCondLst>
                                  <p:childTnLst>
                                    <p:anim calcmode="lin" valueType="num">
                                      <p:cBhvr additive="base">
                                        <p:cTn id="6" dur="1000"/>
                                        <p:tgtEl>
                                          <p:spTgt spid="36"/>
                                        </p:tgtEl>
                                        <p:attrNameLst>
                                          <p:attrName>ppt_x</p:attrName>
                                        </p:attrNameLst>
                                      </p:cBhvr>
                                      <p:tavLst>
                                        <p:tav tm="0">
                                          <p:val>
                                            <p:strVal val="ppt_x"/>
                                          </p:val>
                                        </p:tav>
                                        <p:tav tm="100000">
                                          <p:val>
                                            <p:strVal val="0-ppt_w/2"/>
                                          </p:val>
                                        </p:tav>
                                      </p:tavLst>
                                    </p:anim>
                                    <p:anim calcmode="lin" valueType="num">
                                      <p:cBhvr additive="base">
                                        <p:cTn id="7" dur="1000"/>
                                        <p:tgtEl>
                                          <p:spTgt spid="36"/>
                                        </p:tgtEl>
                                        <p:attrNameLst>
                                          <p:attrName>ppt_y</p:attrName>
                                        </p:attrNameLst>
                                      </p:cBhvr>
                                      <p:tavLst>
                                        <p:tav tm="0">
                                          <p:val>
                                            <p:strVal val="ppt_y"/>
                                          </p:val>
                                        </p:tav>
                                        <p:tav tm="100000">
                                          <p:val>
                                            <p:strVal val="ppt_y"/>
                                          </p:val>
                                        </p:tav>
                                      </p:tavLst>
                                    </p:anim>
                                    <p:set>
                                      <p:cBhvr>
                                        <p:cTn id="8" dur="1" fill="hold">
                                          <p:stCondLst>
                                            <p:cond delay="999"/>
                                          </p:stCondLst>
                                        </p:cTn>
                                        <p:tgtEl>
                                          <p:spTgt spid="36"/>
                                        </p:tgtEl>
                                        <p:attrNameLst>
                                          <p:attrName>style.visibility</p:attrName>
                                        </p:attrNameLst>
                                      </p:cBhvr>
                                      <p:to>
                                        <p:strVal val="hidden"/>
                                      </p:to>
                                    </p:set>
                                  </p:childTnLst>
                                </p:cTn>
                              </p:par>
                              <p:par>
                                <p:cTn id="9" presetID="2" presetClass="exit" presetSubtype="8" accel="100000" fill="hold" grpId="0" nodeType="withEffect">
                                  <p:stCondLst>
                                    <p:cond delay="100"/>
                                  </p:stCondLst>
                                  <p:childTnLst>
                                    <p:anim calcmode="lin" valueType="num">
                                      <p:cBhvr additive="base">
                                        <p:cTn id="10" dur="1000"/>
                                        <p:tgtEl>
                                          <p:spTgt spid="35"/>
                                        </p:tgtEl>
                                        <p:attrNameLst>
                                          <p:attrName>ppt_x</p:attrName>
                                        </p:attrNameLst>
                                      </p:cBhvr>
                                      <p:tavLst>
                                        <p:tav tm="0">
                                          <p:val>
                                            <p:strVal val="ppt_x"/>
                                          </p:val>
                                        </p:tav>
                                        <p:tav tm="100000">
                                          <p:val>
                                            <p:strVal val="0-ppt_w/2"/>
                                          </p:val>
                                        </p:tav>
                                      </p:tavLst>
                                    </p:anim>
                                    <p:anim calcmode="lin" valueType="num">
                                      <p:cBhvr additive="base">
                                        <p:cTn id="11" dur="1000"/>
                                        <p:tgtEl>
                                          <p:spTgt spid="35"/>
                                        </p:tgtEl>
                                        <p:attrNameLst>
                                          <p:attrName>ppt_y</p:attrName>
                                        </p:attrNameLst>
                                      </p:cBhvr>
                                      <p:tavLst>
                                        <p:tav tm="0">
                                          <p:val>
                                            <p:strVal val="ppt_y"/>
                                          </p:val>
                                        </p:tav>
                                        <p:tav tm="100000">
                                          <p:val>
                                            <p:strVal val="ppt_y"/>
                                          </p:val>
                                        </p:tav>
                                      </p:tavLst>
                                    </p:anim>
                                    <p:set>
                                      <p:cBhvr>
                                        <p:cTn id="12" dur="1" fill="hold">
                                          <p:stCondLst>
                                            <p:cond delay="999"/>
                                          </p:stCondLst>
                                        </p:cTn>
                                        <p:tgtEl>
                                          <p:spTgt spid="35"/>
                                        </p:tgtEl>
                                        <p:attrNameLst>
                                          <p:attrName>style.visibility</p:attrName>
                                        </p:attrNameLst>
                                      </p:cBhvr>
                                      <p:to>
                                        <p:strVal val="hidden"/>
                                      </p:to>
                                    </p:set>
                                  </p:childTnLst>
                                </p:cTn>
                              </p:par>
                              <p:par>
                                <p:cTn id="13" presetID="2" presetClass="exit" presetSubtype="8" accel="100000" fill="hold" grpId="0" nodeType="withEffect">
                                  <p:stCondLst>
                                    <p:cond delay="100"/>
                                  </p:stCondLst>
                                  <p:childTnLst>
                                    <p:anim calcmode="lin" valueType="num">
                                      <p:cBhvr additive="base">
                                        <p:cTn id="14" dur="1000"/>
                                        <p:tgtEl>
                                          <p:spTgt spid="39"/>
                                        </p:tgtEl>
                                        <p:attrNameLst>
                                          <p:attrName>ppt_x</p:attrName>
                                        </p:attrNameLst>
                                      </p:cBhvr>
                                      <p:tavLst>
                                        <p:tav tm="0">
                                          <p:val>
                                            <p:strVal val="ppt_x"/>
                                          </p:val>
                                        </p:tav>
                                        <p:tav tm="100000">
                                          <p:val>
                                            <p:strVal val="0-ppt_w/2"/>
                                          </p:val>
                                        </p:tav>
                                      </p:tavLst>
                                    </p:anim>
                                    <p:anim calcmode="lin" valueType="num">
                                      <p:cBhvr additive="base">
                                        <p:cTn id="15" dur="1000"/>
                                        <p:tgtEl>
                                          <p:spTgt spid="39"/>
                                        </p:tgtEl>
                                        <p:attrNameLst>
                                          <p:attrName>ppt_y</p:attrName>
                                        </p:attrNameLst>
                                      </p:cBhvr>
                                      <p:tavLst>
                                        <p:tav tm="0">
                                          <p:val>
                                            <p:strVal val="ppt_y"/>
                                          </p:val>
                                        </p:tav>
                                        <p:tav tm="100000">
                                          <p:val>
                                            <p:strVal val="ppt_y"/>
                                          </p:val>
                                        </p:tav>
                                      </p:tavLst>
                                    </p:anim>
                                    <p:set>
                                      <p:cBhvr>
                                        <p:cTn id="16" dur="1" fill="hold">
                                          <p:stCondLst>
                                            <p:cond delay="999"/>
                                          </p:stCondLst>
                                        </p:cTn>
                                        <p:tgtEl>
                                          <p:spTgt spid="39"/>
                                        </p:tgtEl>
                                        <p:attrNameLst>
                                          <p:attrName>style.visibility</p:attrName>
                                        </p:attrNameLst>
                                      </p:cBhvr>
                                      <p:to>
                                        <p:strVal val="hidden"/>
                                      </p:to>
                                    </p:set>
                                  </p:childTnLst>
                                </p:cTn>
                              </p:par>
                              <p:par>
                                <p:cTn id="17" presetID="2" presetClass="entr" presetSubtype="2" decel="100000" fill="hold" grpId="0" nodeType="withEffect">
                                  <p:stCondLst>
                                    <p:cond delay="75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1000" fill="hold"/>
                                        <p:tgtEl>
                                          <p:spTgt spid="27"/>
                                        </p:tgtEl>
                                        <p:attrNameLst>
                                          <p:attrName>ppt_x</p:attrName>
                                        </p:attrNameLst>
                                      </p:cBhvr>
                                      <p:tavLst>
                                        <p:tav tm="0">
                                          <p:val>
                                            <p:strVal val="1+#ppt_w/2"/>
                                          </p:val>
                                        </p:tav>
                                        <p:tav tm="100000">
                                          <p:val>
                                            <p:strVal val="#ppt_x"/>
                                          </p:val>
                                        </p:tav>
                                      </p:tavLst>
                                    </p:anim>
                                    <p:anim calcmode="lin" valueType="num">
                                      <p:cBhvr additive="base">
                                        <p:cTn id="20" dur="1000" fill="hold"/>
                                        <p:tgtEl>
                                          <p:spTgt spid="27"/>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125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1000" fill="hold"/>
                                        <p:tgtEl>
                                          <p:spTgt spid="28"/>
                                        </p:tgtEl>
                                        <p:attrNameLst>
                                          <p:attrName>ppt_x</p:attrName>
                                        </p:attrNameLst>
                                      </p:cBhvr>
                                      <p:tavLst>
                                        <p:tav tm="0">
                                          <p:val>
                                            <p:strVal val="1+#ppt_w/2"/>
                                          </p:val>
                                        </p:tav>
                                        <p:tav tm="100000">
                                          <p:val>
                                            <p:strVal val="#ppt_x"/>
                                          </p:val>
                                        </p:tav>
                                      </p:tavLst>
                                    </p:anim>
                                    <p:anim calcmode="lin" valueType="num">
                                      <p:cBhvr additive="base">
                                        <p:cTn id="24" dur="1000" fill="hold"/>
                                        <p:tgtEl>
                                          <p:spTgt spid="28"/>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75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1000" fill="hold"/>
                                        <p:tgtEl>
                                          <p:spTgt spid="30"/>
                                        </p:tgtEl>
                                        <p:attrNameLst>
                                          <p:attrName>ppt_x</p:attrName>
                                        </p:attrNameLst>
                                      </p:cBhvr>
                                      <p:tavLst>
                                        <p:tav tm="0">
                                          <p:val>
                                            <p:strVal val="1+#ppt_w/2"/>
                                          </p:val>
                                        </p:tav>
                                        <p:tav tm="100000">
                                          <p:val>
                                            <p:strVal val="#ppt_x"/>
                                          </p:val>
                                        </p:tav>
                                      </p:tavLst>
                                    </p:anim>
                                    <p:anim calcmode="lin" valueType="num">
                                      <p:cBhvr additive="base">
                                        <p:cTn id="28" dur="1000" fill="hold"/>
                                        <p:tgtEl>
                                          <p:spTgt spid="30"/>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125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1000" fill="hold"/>
                                        <p:tgtEl>
                                          <p:spTgt spid="31"/>
                                        </p:tgtEl>
                                        <p:attrNameLst>
                                          <p:attrName>ppt_x</p:attrName>
                                        </p:attrNameLst>
                                      </p:cBhvr>
                                      <p:tavLst>
                                        <p:tav tm="0">
                                          <p:val>
                                            <p:strVal val="1+#ppt_w/2"/>
                                          </p:val>
                                        </p:tav>
                                        <p:tav tm="100000">
                                          <p:val>
                                            <p:strVal val="#ppt_x"/>
                                          </p:val>
                                        </p:tav>
                                      </p:tavLst>
                                    </p:anim>
                                    <p:anim calcmode="lin" valueType="num">
                                      <p:cBhvr additive="base">
                                        <p:cTn id="32" dur="1000" fill="hold"/>
                                        <p:tgtEl>
                                          <p:spTgt spid="31"/>
                                        </p:tgtEl>
                                        <p:attrNameLst>
                                          <p:attrName>ppt_y</p:attrName>
                                        </p:attrNameLst>
                                      </p:cBhvr>
                                      <p:tavLst>
                                        <p:tav tm="0">
                                          <p:val>
                                            <p:strVal val="#ppt_y"/>
                                          </p:val>
                                        </p:tav>
                                        <p:tav tm="100000">
                                          <p:val>
                                            <p:strVal val="#ppt_y"/>
                                          </p:val>
                                        </p:tav>
                                      </p:tavLst>
                                    </p:anim>
                                  </p:childTnLst>
                                </p:cTn>
                              </p:par>
                              <p:par>
                                <p:cTn id="33" presetID="2" presetClass="entr" presetSubtype="2" decel="100000" fill="hold" nodeType="withEffect">
                                  <p:stCondLst>
                                    <p:cond delay="50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1000" fill="hold"/>
                                        <p:tgtEl>
                                          <p:spTgt spid="32"/>
                                        </p:tgtEl>
                                        <p:attrNameLst>
                                          <p:attrName>ppt_x</p:attrName>
                                        </p:attrNameLst>
                                      </p:cBhvr>
                                      <p:tavLst>
                                        <p:tav tm="0">
                                          <p:val>
                                            <p:strVal val="1+#ppt_w/2"/>
                                          </p:val>
                                        </p:tav>
                                        <p:tav tm="100000">
                                          <p:val>
                                            <p:strVal val="#ppt_x"/>
                                          </p:val>
                                        </p:tav>
                                      </p:tavLst>
                                    </p:anim>
                                    <p:anim calcmode="lin" valueType="num">
                                      <p:cBhvr additive="base">
                                        <p:cTn id="36" dur="10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9" grpId="0" animBg="1"/>
      <p:bldP spid="27" grpId="0" animBg="1"/>
      <p:bldP spid="28" grpId="0" animBg="1"/>
      <p:bldP spid="30" grpId="0" animBg="1"/>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4413F-4A81-A25F-39BF-C831AE8DEA8D}"/>
            </a:ext>
          </a:extLst>
        </p:cNvPr>
        <p:cNvGrpSpPr/>
        <p:nvPr/>
      </p:nvGrpSpPr>
      <p:grpSpPr>
        <a:xfrm>
          <a:off x="0" y="0"/>
          <a:ext cx="0" cy="0"/>
          <a:chOff x="0" y="0"/>
          <a:chExt cx="0" cy="0"/>
        </a:xfrm>
      </p:grpSpPr>
      <p:sp>
        <p:nvSpPr>
          <p:cNvPr id="2" name="Parallelogram 1">
            <a:extLst>
              <a:ext uri="{FF2B5EF4-FFF2-40B4-BE49-F238E27FC236}">
                <a16:creationId xmlns:a16="http://schemas.microsoft.com/office/drawing/2014/main" id="{C4B6F1D9-9A15-6E8C-EDAF-9A976FB2698E}"/>
              </a:ext>
            </a:extLst>
          </p:cNvPr>
          <p:cNvSpPr/>
          <p:nvPr/>
        </p:nvSpPr>
        <p:spPr>
          <a:xfrm flipH="1">
            <a:off x="216587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solidFill>
                  <a:schemeClr val="tx1"/>
                </a:solidFill>
              </a:rPr>
              <a:t>Addresses the study issue by making it easy to access, online or offline, with lightweight and minimal equipment requirements and internet.</a:t>
            </a:r>
            <a:endParaRPr lang="en-PH" sz="1600" b="1" i="1" dirty="0">
              <a:solidFill>
                <a:schemeClr val="tx1"/>
              </a:solidFill>
            </a:endParaRPr>
          </a:p>
        </p:txBody>
      </p:sp>
      <p:sp>
        <p:nvSpPr>
          <p:cNvPr id="3" name="Parallelogram 2">
            <a:extLst>
              <a:ext uri="{FF2B5EF4-FFF2-40B4-BE49-F238E27FC236}">
                <a16:creationId xmlns:a16="http://schemas.microsoft.com/office/drawing/2014/main" id="{85B95E7B-8D2A-32A4-0F57-D0ADA7A28912}"/>
              </a:ext>
            </a:extLst>
          </p:cNvPr>
          <p:cNvSpPr/>
          <p:nvPr/>
        </p:nvSpPr>
        <p:spPr>
          <a:xfrm flipH="1">
            <a:off x="571171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solidFill>
                  <a:schemeClr val="tx1"/>
                </a:solidFill>
              </a:rPr>
              <a:t>Because the files are just blocks of texts, the file size would be small, making it lightweight.</a:t>
            </a:r>
            <a:endParaRPr lang="en-PH" sz="1600" b="1" i="1" dirty="0">
              <a:solidFill>
                <a:schemeClr val="tx1"/>
              </a:solidFill>
            </a:endParaRPr>
          </a:p>
        </p:txBody>
      </p:sp>
      <p:sp>
        <p:nvSpPr>
          <p:cNvPr id="4" name="Parallelogram 3">
            <a:extLst>
              <a:ext uri="{FF2B5EF4-FFF2-40B4-BE49-F238E27FC236}">
                <a16:creationId xmlns:a16="http://schemas.microsoft.com/office/drawing/2014/main" id="{225111BF-841A-DC0E-CB17-D42E2CA38305}"/>
              </a:ext>
            </a:extLst>
          </p:cNvPr>
          <p:cNvSpPr/>
          <p:nvPr/>
        </p:nvSpPr>
        <p:spPr>
          <a:xfrm>
            <a:off x="2107460"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a:solidFill>
                  <a:schemeClr val="tx1"/>
                </a:solidFill>
              </a:rPr>
              <a:t>Organized, with sorting of notes using folders and other tools, making it easy to find where anything is and helps the unorganized to practice their organization skills.</a:t>
            </a:r>
            <a:endParaRPr lang="en-PH" sz="1600" b="1" i="1" dirty="0">
              <a:solidFill>
                <a:schemeClr val="tx1"/>
              </a:solidFill>
            </a:endParaRPr>
          </a:p>
        </p:txBody>
      </p:sp>
      <p:sp>
        <p:nvSpPr>
          <p:cNvPr id="5" name="Parallelogram 4">
            <a:extLst>
              <a:ext uri="{FF2B5EF4-FFF2-40B4-BE49-F238E27FC236}">
                <a16:creationId xmlns:a16="http://schemas.microsoft.com/office/drawing/2014/main" id="{B3264F8B-1289-8561-A05B-7A935EF4C74E}"/>
              </a:ext>
            </a:extLst>
          </p:cNvPr>
          <p:cNvSpPr/>
          <p:nvPr/>
        </p:nvSpPr>
        <p:spPr>
          <a:xfrm>
            <a:off x="5711711"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solidFill>
                  <a:schemeClr val="tx1"/>
                </a:solidFill>
              </a:rPr>
              <a:t>Communication and transparency, making it easier to collaborate with other people.</a:t>
            </a:r>
            <a:endParaRPr lang="en-PH" sz="1600" b="1" i="1" dirty="0">
              <a:solidFill>
                <a:schemeClr val="tx1"/>
              </a:solidFill>
            </a:endParaRPr>
          </a:p>
        </p:txBody>
      </p:sp>
      <p:grpSp>
        <p:nvGrpSpPr>
          <p:cNvPr id="32" name="Group 31">
            <a:extLst>
              <a:ext uri="{FF2B5EF4-FFF2-40B4-BE49-F238E27FC236}">
                <a16:creationId xmlns:a16="http://schemas.microsoft.com/office/drawing/2014/main" id="{8C4D53A3-6351-9A72-7FE0-C2043C74B41B}"/>
              </a:ext>
            </a:extLst>
          </p:cNvPr>
          <p:cNvGrpSpPr/>
          <p:nvPr/>
        </p:nvGrpSpPr>
        <p:grpSpPr>
          <a:xfrm>
            <a:off x="2808553" y="3083706"/>
            <a:ext cx="6945284" cy="713737"/>
            <a:chOff x="2623358" y="3072131"/>
            <a:chExt cx="6945284" cy="713737"/>
          </a:xfrm>
        </p:grpSpPr>
        <p:sp>
          <p:nvSpPr>
            <p:cNvPr id="25" name="Parallelogram 24">
              <a:extLst>
                <a:ext uri="{FF2B5EF4-FFF2-40B4-BE49-F238E27FC236}">
                  <a16:creationId xmlns:a16="http://schemas.microsoft.com/office/drawing/2014/main" id="{02141CFC-31EC-C719-1AED-33AAB0697489}"/>
                </a:ext>
              </a:extLst>
            </p:cNvPr>
            <p:cNvSpPr/>
            <p:nvPr/>
          </p:nvSpPr>
          <p:spPr>
            <a:xfrm>
              <a:off x="2623358" y="3072131"/>
              <a:ext cx="6944811" cy="713265"/>
            </a:xfrm>
            <a:prstGeom prst="parallelogram">
              <a:avLst>
                <a:gd name="adj" fmla="val 0"/>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26" name="Parallelogram 25">
              <a:extLst>
                <a:ext uri="{FF2B5EF4-FFF2-40B4-BE49-F238E27FC236}">
                  <a16:creationId xmlns:a16="http://schemas.microsoft.com/office/drawing/2014/main" id="{2644FF4B-E85F-15EA-75BF-64DA281F3CBF}"/>
                </a:ext>
              </a:extLst>
            </p:cNvPr>
            <p:cNvSpPr/>
            <p:nvPr/>
          </p:nvSpPr>
          <p:spPr>
            <a:xfrm>
              <a:off x="2623831" y="3072603"/>
              <a:ext cx="6944811" cy="713265"/>
            </a:xfrm>
            <a:prstGeom prst="parallelogram">
              <a:avLst>
                <a:gd name="adj" fmla="val 0"/>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latin typeface="Agency FB" panose="020B0503020202020204" pitchFamily="34" charset="0"/>
                </a:rPr>
                <a:t>PROJECT OBJECTIVES</a:t>
              </a:r>
            </a:p>
          </p:txBody>
        </p:sp>
      </p:grpSp>
      <p:sp>
        <p:nvSpPr>
          <p:cNvPr id="27" name="Parallelogram 26">
            <a:extLst>
              <a:ext uri="{FF2B5EF4-FFF2-40B4-BE49-F238E27FC236}">
                <a16:creationId xmlns:a16="http://schemas.microsoft.com/office/drawing/2014/main" id="{521454DD-CA49-D049-B684-DFF232F5694C}"/>
              </a:ext>
            </a:extLst>
          </p:cNvPr>
          <p:cNvSpPr/>
          <p:nvPr/>
        </p:nvSpPr>
        <p:spPr>
          <a:xfrm flipH="1">
            <a:off x="216587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Addresses the study issue by making it easy to access, online or offline, with lightweight and minimal equipment requirements and internet.</a:t>
            </a:r>
            <a:endParaRPr lang="en-PH" sz="1600" i="1" dirty="0">
              <a:solidFill>
                <a:schemeClr val="tx1"/>
              </a:solidFill>
            </a:endParaRPr>
          </a:p>
        </p:txBody>
      </p:sp>
      <p:sp>
        <p:nvSpPr>
          <p:cNvPr id="28" name="Parallelogram 27">
            <a:extLst>
              <a:ext uri="{FF2B5EF4-FFF2-40B4-BE49-F238E27FC236}">
                <a16:creationId xmlns:a16="http://schemas.microsoft.com/office/drawing/2014/main" id="{ACACE3C3-4217-145B-C547-04151E59A6F8}"/>
              </a:ext>
            </a:extLst>
          </p:cNvPr>
          <p:cNvSpPr/>
          <p:nvPr/>
        </p:nvSpPr>
        <p:spPr>
          <a:xfrm flipH="1">
            <a:off x="571171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Because the files are just blocks of texts, the file size would be small, making it lightweight.</a:t>
            </a:r>
            <a:endParaRPr lang="en-PH" sz="1600" i="1" dirty="0">
              <a:solidFill>
                <a:schemeClr val="tx1"/>
              </a:solidFill>
            </a:endParaRPr>
          </a:p>
        </p:txBody>
      </p:sp>
      <p:sp>
        <p:nvSpPr>
          <p:cNvPr id="30" name="Parallelogram 29">
            <a:extLst>
              <a:ext uri="{FF2B5EF4-FFF2-40B4-BE49-F238E27FC236}">
                <a16:creationId xmlns:a16="http://schemas.microsoft.com/office/drawing/2014/main" id="{2F45996D-D989-9919-79C3-0AF23D22E7FC}"/>
              </a:ext>
            </a:extLst>
          </p:cNvPr>
          <p:cNvSpPr/>
          <p:nvPr/>
        </p:nvSpPr>
        <p:spPr>
          <a:xfrm>
            <a:off x="2107460"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a:solidFill>
                  <a:schemeClr val="tx1"/>
                </a:solidFill>
              </a:rPr>
              <a:t>Organized, with sorting of notes using folders and other tools, making it easy to find where anything is and helps the unorganized to practice their organization skills.</a:t>
            </a:r>
            <a:endParaRPr lang="en-PH" sz="1600" i="1" dirty="0">
              <a:solidFill>
                <a:schemeClr val="tx1"/>
              </a:solidFill>
            </a:endParaRPr>
          </a:p>
        </p:txBody>
      </p:sp>
      <p:sp>
        <p:nvSpPr>
          <p:cNvPr id="31" name="Parallelogram 30">
            <a:extLst>
              <a:ext uri="{FF2B5EF4-FFF2-40B4-BE49-F238E27FC236}">
                <a16:creationId xmlns:a16="http://schemas.microsoft.com/office/drawing/2014/main" id="{B45C32DA-86B1-ADCA-A7BE-94CF0C744BFA}"/>
              </a:ext>
            </a:extLst>
          </p:cNvPr>
          <p:cNvSpPr/>
          <p:nvPr/>
        </p:nvSpPr>
        <p:spPr>
          <a:xfrm>
            <a:off x="5711711"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Communication and transparency, making it easier to collaborate with other people.</a:t>
            </a:r>
            <a:endParaRPr lang="en-PH" sz="1600" i="1" dirty="0">
              <a:solidFill>
                <a:schemeClr val="tx1"/>
              </a:solidFill>
            </a:endParaRPr>
          </a:p>
        </p:txBody>
      </p:sp>
      <p:sp>
        <p:nvSpPr>
          <p:cNvPr id="7" name="TextBox 6">
            <a:extLst>
              <a:ext uri="{FF2B5EF4-FFF2-40B4-BE49-F238E27FC236}">
                <a16:creationId xmlns:a16="http://schemas.microsoft.com/office/drawing/2014/main" id="{53448958-0827-F0FF-86A0-A0A6D587216D}"/>
              </a:ext>
            </a:extLst>
          </p:cNvPr>
          <p:cNvSpPr txBox="1"/>
          <p:nvPr/>
        </p:nvSpPr>
        <p:spPr>
          <a:xfrm>
            <a:off x="4379967" y="6443894"/>
            <a:ext cx="2663486" cy="307777"/>
          </a:xfrm>
          <a:prstGeom prst="rect">
            <a:avLst/>
          </a:prstGeom>
          <a:noFill/>
        </p:spPr>
        <p:txBody>
          <a:bodyPr wrap="none" rtlCol="0">
            <a:spAutoFit/>
          </a:bodyPr>
          <a:lstStyle/>
          <a:p>
            <a:r>
              <a:rPr lang="en-US" sz="1400" dirty="0"/>
              <a:t>* Ignore the bold fade animation</a:t>
            </a:r>
            <a:endParaRPr lang="en-PH" sz="1400" dirty="0"/>
          </a:p>
        </p:txBody>
      </p:sp>
      <p:sp>
        <p:nvSpPr>
          <p:cNvPr id="8" name="TextBox 7">
            <a:extLst>
              <a:ext uri="{FF2B5EF4-FFF2-40B4-BE49-F238E27FC236}">
                <a16:creationId xmlns:a16="http://schemas.microsoft.com/office/drawing/2014/main" id="{99F7097C-7861-1465-B3D1-5E84F124CA3B}"/>
              </a:ext>
            </a:extLst>
          </p:cNvPr>
          <p:cNvSpPr txBox="1"/>
          <p:nvPr/>
        </p:nvSpPr>
        <p:spPr>
          <a:xfrm>
            <a:off x="19707798" y="2342848"/>
            <a:ext cx="3556552" cy="1477328"/>
          </a:xfrm>
          <a:prstGeom prst="rect">
            <a:avLst/>
          </a:prstGeom>
          <a:noFill/>
        </p:spPr>
        <p:txBody>
          <a:bodyPr wrap="square" rtlCol="0">
            <a:spAutoFit/>
          </a:bodyPr>
          <a:lstStyle/>
          <a:p>
            <a:r>
              <a:rPr lang="en-US" b="1" i="1" dirty="0"/>
              <a:t>NOTES</a:t>
            </a:r>
          </a:p>
          <a:p>
            <a:pPr marL="171450" indent="-171450" algn="just">
              <a:buFont typeface="Arial" panose="020B0604020202020204" pitchFamily="34" charset="0"/>
              <a:buChar char="•"/>
            </a:pPr>
            <a:r>
              <a:rPr lang="en-US" sz="1200" i="1" dirty="0"/>
              <a:t>Notes are created directly from the homepage on the "+" button, from there the user can pick settings on how it will look, function, and be rendered. (e.g. can be shared with others, blue background, etc.) After selecting their settings, the user can start notetaking right away.</a:t>
            </a:r>
            <a:endParaRPr lang="en-PH" sz="1200" i="1" dirty="0"/>
          </a:p>
        </p:txBody>
      </p:sp>
      <p:sp>
        <p:nvSpPr>
          <p:cNvPr id="9" name="TextBox 8">
            <a:extLst>
              <a:ext uri="{FF2B5EF4-FFF2-40B4-BE49-F238E27FC236}">
                <a16:creationId xmlns:a16="http://schemas.microsoft.com/office/drawing/2014/main" id="{9C0772C3-4307-F5B1-CB86-19D255B94782}"/>
              </a:ext>
            </a:extLst>
          </p:cNvPr>
          <p:cNvSpPr txBox="1"/>
          <p:nvPr/>
        </p:nvSpPr>
        <p:spPr>
          <a:xfrm>
            <a:off x="19707798" y="3889304"/>
            <a:ext cx="3827941" cy="1292662"/>
          </a:xfrm>
          <a:prstGeom prst="rect">
            <a:avLst/>
          </a:prstGeom>
          <a:noFill/>
        </p:spPr>
        <p:txBody>
          <a:bodyPr wrap="square" rtlCol="0">
            <a:spAutoFit/>
          </a:bodyPr>
          <a:lstStyle/>
          <a:p>
            <a:r>
              <a:rPr lang="en-US" b="1" i="1" dirty="0"/>
              <a:t>MARKDOWN FORMATTING</a:t>
            </a:r>
          </a:p>
          <a:p>
            <a:pPr marL="171450" indent="-171450" algn="just">
              <a:buFont typeface="Arial" panose="020B0604020202020204" pitchFamily="34" charset="0"/>
              <a:buChar char="•"/>
            </a:pPr>
            <a:r>
              <a:rPr lang="en-US" sz="1200" i="1" dirty="0"/>
              <a:t>Using markdown formatting, you can easily make clean looking notes with easy to use functions to make your notes stand out. Also, it's very easy to implement because of the Python-Markdown.</a:t>
            </a:r>
          </a:p>
          <a:p>
            <a:pPr marL="171450" indent="-171450" algn="just">
              <a:buFont typeface="Arial" panose="020B0604020202020204" pitchFamily="34" charset="0"/>
              <a:buChar char="•"/>
            </a:pPr>
            <a:r>
              <a:rPr lang="en-PH" sz="1200" i="1" u="sng" dirty="0">
                <a:solidFill>
                  <a:srgbClr val="0070C0"/>
                </a:solidFill>
              </a:rPr>
              <a:t>https://python-markdown.github.io/</a:t>
            </a:r>
          </a:p>
        </p:txBody>
      </p:sp>
      <p:grpSp>
        <p:nvGrpSpPr>
          <p:cNvPr id="10" name="Group 9">
            <a:extLst>
              <a:ext uri="{FF2B5EF4-FFF2-40B4-BE49-F238E27FC236}">
                <a16:creationId xmlns:a16="http://schemas.microsoft.com/office/drawing/2014/main" id="{7126106B-9527-C126-D11C-7B0E5C35F2D6}"/>
              </a:ext>
            </a:extLst>
          </p:cNvPr>
          <p:cNvGrpSpPr/>
          <p:nvPr/>
        </p:nvGrpSpPr>
        <p:grpSpPr>
          <a:xfrm>
            <a:off x="12955551" y="529244"/>
            <a:ext cx="10094410" cy="713737"/>
            <a:chOff x="2623358" y="3072131"/>
            <a:chExt cx="6945284" cy="713737"/>
          </a:xfrm>
        </p:grpSpPr>
        <p:sp>
          <p:nvSpPr>
            <p:cNvPr id="11" name="Parallelogram 10">
              <a:extLst>
                <a:ext uri="{FF2B5EF4-FFF2-40B4-BE49-F238E27FC236}">
                  <a16:creationId xmlns:a16="http://schemas.microsoft.com/office/drawing/2014/main" id="{39FA0F6E-826C-5AD2-6B96-9F59E9335F37}"/>
                </a:ext>
              </a:extLst>
            </p:cNvPr>
            <p:cNvSpPr/>
            <p:nvPr/>
          </p:nvSpPr>
          <p:spPr>
            <a:xfrm>
              <a:off x="2623358" y="3072131"/>
              <a:ext cx="6944811" cy="713265"/>
            </a:xfrm>
            <a:prstGeom prst="parallelogram">
              <a:avLst>
                <a:gd name="adj" fmla="val 0"/>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12" name="Parallelogram 11">
              <a:extLst>
                <a:ext uri="{FF2B5EF4-FFF2-40B4-BE49-F238E27FC236}">
                  <a16:creationId xmlns:a16="http://schemas.microsoft.com/office/drawing/2014/main" id="{65AC96B6-7865-36AC-00F3-B65F7DC8764F}"/>
                </a:ext>
              </a:extLst>
            </p:cNvPr>
            <p:cNvSpPr/>
            <p:nvPr/>
          </p:nvSpPr>
          <p:spPr>
            <a:xfrm>
              <a:off x="2623831" y="3072603"/>
              <a:ext cx="6944811" cy="713265"/>
            </a:xfrm>
            <a:prstGeom prst="parallelogram">
              <a:avLst>
                <a:gd name="adj" fmla="val 0"/>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latin typeface="Agency FB" panose="020B0503020202020204" pitchFamily="34" charset="0"/>
                </a:rPr>
                <a:t>PLANNED FEATURES</a:t>
              </a:r>
            </a:p>
          </p:txBody>
        </p:sp>
      </p:grpSp>
      <p:sp>
        <p:nvSpPr>
          <p:cNvPr id="13" name="TextBox 12">
            <a:extLst>
              <a:ext uri="{FF2B5EF4-FFF2-40B4-BE49-F238E27FC236}">
                <a16:creationId xmlns:a16="http://schemas.microsoft.com/office/drawing/2014/main" id="{4732F7D4-5F97-98C0-FBD9-5BE5FDA95271}"/>
              </a:ext>
            </a:extLst>
          </p:cNvPr>
          <p:cNvSpPr txBox="1"/>
          <p:nvPr/>
        </p:nvSpPr>
        <p:spPr>
          <a:xfrm>
            <a:off x="15732254" y="5276911"/>
            <a:ext cx="4541697" cy="1107996"/>
          </a:xfrm>
          <a:prstGeom prst="rect">
            <a:avLst/>
          </a:prstGeom>
          <a:noFill/>
        </p:spPr>
        <p:txBody>
          <a:bodyPr wrap="square" rtlCol="0">
            <a:spAutoFit/>
          </a:bodyPr>
          <a:lstStyle/>
          <a:p>
            <a:pPr algn="ctr"/>
            <a:r>
              <a:rPr lang="en-US" b="1" i="1" dirty="0"/>
              <a:t>ACCOUNT CREATING</a:t>
            </a:r>
          </a:p>
          <a:p>
            <a:pPr marL="171450" indent="-171450" algn="just">
              <a:buFont typeface="Arial" panose="020B0604020202020204" pitchFamily="34" charset="0"/>
              <a:buChar char="•"/>
            </a:pPr>
            <a:r>
              <a:rPr lang="en-US" sz="1200" i="1" dirty="0"/>
              <a:t>Click "create account" on the start menu when you first open the app, choose a name and password and access shared notes. Go to settings to create account if you missed the start menu.</a:t>
            </a:r>
            <a:endParaRPr lang="en-PH" sz="1200" i="1" u="sng" dirty="0">
              <a:solidFill>
                <a:srgbClr val="0070C0"/>
              </a:solidFill>
            </a:endParaRPr>
          </a:p>
        </p:txBody>
      </p:sp>
      <p:sp>
        <p:nvSpPr>
          <p:cNvPr id="14" name="TextBox 13">
            <a:extLst>
              <a:ext uri="{FF2B5EF4-FFF2-40B4-BE49-F238E27FC236}">
                <a16:creationId xmlns:a16="http://schemas.microsoft.com/office/drawing/2014/main" id="{3625505E-07F1-B104-6D83-96E1AF5C1700}"/>
              </a:ext>
            </a:extLst>
          </p:cNvPr>
          <p:cNvSpPr txBox="1"/>
          <p:nvPr/>
        </p:nvSpPr>
        <p:spPr>
          <a:xfrm>
            <a:off x="12625314" y="2342848"/>
            <a:ext cx="3585192" cy="1477328"/>
          </a:xfrm>
          <a:prstGeom prst="rect">
            <a:avLst/>
          </a:prstGeom>
          <a:noFill/>
        </p:spPr>
        <p:txBody>
          <a:bodyPr wrap="square" rtlCol="0">
            <a:spAutoFit/>
          </a:bodyPr>
          <a:lstStyle/>
          <a:p>
            <a:pPr algn="r"/>
            <a:r>
              <a:rPr lang="en-US" b="1" i="1" dirty="0"/>
              <a:t>FILE SHARING</a:t>
            </a:r>
          </a:p>
          <a:p>
            <a:pPr marL="171450" indent="-171450" algn="just">
              <a:buFont typeface="Arial" panose="020B0604020202020204" pitchFamily="34" charset="0"/>
              <a:buChar char="•"/>
            </a:pPr>
            <a:r>
              <a:rPr lang="en-US" sz="1200" i="1" dirty="0"/>
              <a:t>Using accounts, you can share people your file by either clicking on the settings of your note, or sharing the link to them. You can even collaborate in making notes, but due to time limitations only one of them can access at a time.</a:t>
            </a:r>
            <a:endParaRPr lang="en-PH" sz="1200" i="1" dirty="0"/>
          </a:p>
        </p:txBody>
      </p:sp>
      <p:sp>
        <p:nvSpPr>
          <p:cNvPr id="15" name="TextBox 14">
            <a:extLst>
              <a:ext uri="{FF2B5EF4-FFF2-40B4-BE49-F238E27FC236}">
                <a16:creationId xmlns:a16="http://schemas.microsoft.com/office/drawing/2014/main" id="{6B238ABE-7375-9FEB-937F-07E5F3B4DB1A}"/>
              </a:ext>
            </a:extLst>
          </p:cNvPr>
          <p:cNvSpPr txBox="1"/>
          <p:nvPr/>
        </p:nvSpPr>
        <p:spPr>
          <a:xfrm>
            <a:off x="12625314" y="3796971"/>
            <a:ext cx="3510256" cy="1477328"/>
          </a:xfrm>
          <a:prstGeom prst="rect">
            <a:avLst/>
          </a:prstGeom>
          <a:noFill/>
        </p:spPr>
        <p:txBody>
          <a:bodyPr wrap="square" rtlCol="0">
            <a:spAutoFit/>
          </a:bodyPr>
          <a:lstStyle/>
          <a:p>
            <a:pPr algn="r"/>
            <a:r>
              <a:rPr lang="en-US" b="1" i="1" dirty="0"/>
              <a:t>BLACKLISTING</a:t>
            </a:r>
          </a:p>
          <a:p>
            <a:pPr marL="171450" indent="-171450" algn="just">
              <a:buFont typeface="Arial" panose="020B0604020202020204" pitchFamily="34" charset="0"/>
              <a:buChar char="•"/>
            </a:pPr>
            <a:r>
              <a:rPr lang="en-US" sz="1200" i="1" dirty="0"/>
              <a:t>The reason why you </a:t>
            </a:r>
            <a:r>
              <a:rPr lang="en-US" sz="1200" i="1" dirty="0" err="1"/>
              <a:t>recquire</a:t>
            </a:r>
            <a:r>
              <a:rPr lang="en-US" sz="1200" i="1" dirty="0"/>
              <a:t> an account to view, edit, and see others' notes is in the case of when you're exercising </a:t>
            </a:r>
            <a:r>
              <a:rPr lang="en-US" sz="1200" i="1" dirty="0" err="1"/>
              <a:t>innapropriate</a:t>
            </a:r>
            <a:r>
              <a:rPr lang="en-US" sz="1200" i="1" dirty="0"/>
              <a:t> behavior. The folder owner has the option to blacklist delinquent notetakers on the settings of their notes and folders to prevent any mishaps.</a:t>
            </a:r>
            <a:endParaRPr lang="en-PH" sz="1200" i="1" dirty="0"/>
          </a:p>
        </p:txBody>
      </p:sp>
      <p:grpSp>
        <p:nvGrpSpPr>
          <p:cNvPr id="16" name="Group 15">
            <a:extLst>
              <a:ext uri="{FF2B5EF4-FFF2-40B4-BE49-F238E27FC236}">
                <a16:creationId xmlns:a16="http://schemas.microsoft.com/office/drawing/2014/main" id="{9451D1A8-374A-39DD-D666-0621B26C6E5F}"/>
              </a:ext>
            </a:extLst>
          </p:cNvPr>
          <p:cNvGrpSpPr/>
          <p:nvPr/>
        </p:nvGrpSpPr>
        <p:grpSpPr>
          <a:xfrm>
            <a:off x="16771365" y="2644358"/>
            <a:ext cx="2462783" cy="2123561"/>
            <a:chOff x="4606919" y="2176886"/>
            <a:chExt cx="2462783" cy="2123561"/>
          </a:xfrm>
        </p:grpSpPr>
        <p:sp>
          <p:nvSpPr>
            <p:cNvPr id="17" name="Freeform: Shape 16">
              <a:extLst>
                <a:ext uri="{FF2B5EF4-FFF2-40B4-BE49-F238E27FC236}">
                  <a16:creationId xmlns:a16="http://schemas.microsoft.com/office/drawing/2014/main" id="{6DC8FA86-0F4A-C610-A64B-B4530BF9DF92}"/>
                </a:ext>
              </a:extLst>
            </p:cNvPr>
            <p:cNvSpPr/>
            <p:nvPr/>
          </p:nvSpPr>
          <p:spPr>
            <a:xfrm>
              <a:off x="4606919" y="2177358"/>
              <a:ext cx="2462783" cy="2123089"/>
            </a:xfrm>
            <a:custGeom>
              <a:avLst/>
              <a:gdLst>
                <a:gd name="connsiteX0" fmla="*/ 833656 w 2462783"/>
                <a:gd name="connsiteY0" fmla="*/ 434479 h 2123089"/>
                <a:gd name="connsiteX1" fmla="*/ 526821 w 2462783"/>
                <a:gd name="connsiteY1" fmla="*/ 1048149 h 2123089"/>
                <a:gd name="connsiteX2" fmla="*/ 833656 w 2462783"/>
                <a:gd name="connsiteY2" fmla="*/ 1661819 h 2123089"/>
                <a:gd name="connsiteX3" fmla="*/ 1643700 w 2462783"/>
                <a:gd name="connsiteY3" fmla="*/ 1661819 h 2123089"/>
                <a:gd name="connsiteX4" fmla="*/ 1950535 w 2462783"/>
                <a:gd name="connsiteY4" fmla="*/ 1048149 h 2123089"/>
                <a:gd name="connsiteX5" fmla="*/ 1643700 w 2462783"/>
                <a:gd name="connsiteY5" fmla="*/ 434479 h 2123089"/>
                <a:gd name="connsiteX6" fmla="*/ 530772 w 2462783"/>
                <a:gd name="connsiteY6" fmla="*/ 0 h 2123089"/>
                <a:gd name="connsiteX7" fmla="*/ 1932011 w 2462783"/>
                <a:gd name="connsiteY7" fmla="*/ 0 h 2123089"/>
                <a:gd name="connsiteX8" fmla="*/ 2462783 w 2462783"/>
                <a:gd name="connsiteY8" fmla="*/ 1061545 h 2123089"/>
                <a:gd name="connsiteX9" fmla="*/ 1932011 w 2462783"/>
                <a:gd name="connsiteY9" fmla="*/ 2123089 h 2123089"/>
                <a:gd name="connsiteX10" fmla="*/ 530772 w 2462783"/>
                <a:gd name="connsiteY10" fmla="*/ 2123089 h 2123089"/>
                <a:gd name="connsiteX11" fmla="*/ 0 w 2462783"/>
                <a:gd name="connsiteY11" fmla="*/ 1061545 h 212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2783" h="2123089">
                  <a:moveTo>
                    <a:pt x="833656" y="434479"/>
                  </a:moveTo>
                  <a:lnTo>
                    <a:pt x="526821" y="1048149"/>
                  </a:lnTo>
                  <a:lnTo>
                    <a:pt x="833656" y="1661819"/>
                  </a:lnTo>
                  <a:lnTo>
                    <a:pt x="1643700" y="1661819"/>
                  </a:lnTo>
                  <a:lnTo>
                    <a:pt x="1950535" y="1048149"/>
                  </a:lnTo>
                  <a:lnTo>
                    <a:pt x="1643700" y="434479"/>
                  </a:lnTo>
                  <a:close/>
                  <a:moveTo>
                    <a:pt x="530772" y="0"/>
                  </a:moveTo>
                  <a:lnTo>
                    <a:pt x="1932011" y="0"/>
                  </a:lnTo>
                  <a:lnTo>
                    <a:pt x="2462783" y="1061545"/>
                  </a:lnTo>
                  <a:lnTo>
                    <a:pt x="1932011" y="2123089"/>
                  </a:lnTo>
                  <a:lnTo>
                    <a:pt x="530772" y="2123089"/>
                  </a:lnTo>
                  <a:lnTo>
                    <a:pt x="0" y="1061545"/>
                  </a:lnTo>
                  <a:close/>
                </a:path>
              </a:pathLst>
            </a:custGeom>
            <a:pattFill prst="wdUpDiag">
              <a:fgClr>
                <a:schemeClr val="bg2">
                  <a:lumMod val="50000"/>
                </a:schemeClr>
              </a:fgClr>
              <a:bgClr>
                <a:schemeClr val="bg2">
                  <a:lumMod val="25000"/>
                </a:schemeClr>
              </a:bgClr>
            </a:patt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18" name="Freeform: Shape 17">
              <a:extLst>
                <a:ext uri="{FF2B5EF4-FFF2-40B4-BE49-F238E27FC236}">
                  <a16:creationId xmlns:a16="http://schemas.microsoft.com/office/drawing/2014/main" id="{405F35BA-C38C-A7BA-A360-01845CCB73C6}"/>
                </a:ext>
              </a:extLst>
            </p:cNvPr>
            <p:cNvSpPr/>
            <p:nvPr/>
          </p:nvSpPr>
          <p:spPr>
            <a:xfrm>
              <a:off x="4606919" y="2176886"/>
              <a:ext cx="2462783" cy="2123089"/>
            </a:xfrm>
            <a:custGeom>
              <a:avLst/>
              <a:gdLst>
                <a:gd name="connsiteX0" fmla="*/ 833656 w 2462783"/>
                <a:gd name="connsiteY0" fmla="*/ 434479 h 2123089"/>
                <a:gd name="connsiteX1" fmla="*/ 526821 w 2462783"/>
                <a:gd name="connsiteY1" fmla="*/ 1048149 h 2123089"/>
                <a:gd name="connsiteX2" fmla="*/ 833656 w 2462783"/>
                <a:gd name="connsiteY2" fmla="*/ 1661819 h 2123089"/>
                <a:gd name="connsiteX3" fmla="*/ 1643700 w 2462783"/>
                <a:gd name="connsiteY3" fmla="*/ 1661819 h 2123089"/>
                <a:gd name="connsiteX4" fmla="*/ 1950535 w 2462783"/>
                <a:gd name="connsiteY4" fmla="*/ 1048149 h 2123089"/>
                <a:gd name="connsiteX5" fmla="*/ 1643700 w 2462783"/>
                <a:gd name="connsiteY5" fmla="*/ 434479 h 2123089"/>
                <a:gd name="connsiteX6" fmla="*/ 530772 w 2462783"/>
                <a:gd name="connsiteY6" fmla="*/ 0 h 2123089"/>
                <a:gd name="connsiteX7" fmla="*/ 1932011 w 2462783"/>
                <a:gd name="connsiteY7" fmla="*/ 0 h 2123089"/>
                <a:gd name="connsiteX8" fmla="*/ 2462783 w 2462783"/>
                <a:gd name="connsiteY8" fmla="*/ 1061545 h 2123089"/>
                <a:gd name="connsiteX9" fmla="*/ 1932011 w 2462783"/>
                <a:gd name="connsiteY9" fmla="*/ 2123089 h 2123089"/>
                <a:gd name="connsiteX10" fmla="*/ 530772 w 2462783"/>
                <a:gd name="connsiteY10" fmla="*/ 2123089 h 2123089"/>
                <a:gd name="connsiteX11" fmla="*/ 0 w 2462783"/>
                <a:gd name="connsiteY11" fmla="*/ 1061545 h 212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2783" h="2123089">
                  <a:moveTo>
                    <a:pt x="833656" y="434479"/>
                  </a:moveTo>
                  <a:lnTo>
                    <a:pt x="526821" y="1048149"/>
                  </a:lnTo>
                  <a:lnTo>
                    <a:pt x="833656" y="1661819"/>
                  </a:lnTo>
                  <a:lnTo>
                    <a:pt x="1643700" y="1661819"/>
                  </a:lnTo>
                  <a:lnTo>
                    <a:pt x="1950535" y="1048149"/>
                  </a:lnTo>
                  <a:lnTo>
                    <a:pt x="1643700" y="434479"/>
                  </a:lnTo>
                  <a:close/>
                  <a:moveTo>
                    <a:pt x="530772" y="0"/>
                  </a:moveTo>
                  <a:lnTo>
                    <a:pt x="1932011" y="0"/>
                  </a:lnTo>
                  <a:lnTo>
                    <a:pt x="2462783" y="1061545"/>
                  </a:lnTo>
                  <a:lnTo>
                    <a:pt x="1932011" y="2123089"/>
                  </a:lnTo>
                  <a:lnTo>
                    <a:pt x="530772" y="2123089"/>
                  </a:lnTo>
                  <a:lnTo>
                    <a:pt x="0" y="1061545"/>
                  </a:lnTo>
                  <a:close/>
                </a:path>
              </a:pathLst>
            </a:custGeom>
            <a:gradFill>
              <a:gsLst>
                <a:gs pos="0">
                  <a:schemeClr val="bg2">
                    <a:lumMod val="50000"/>
                  </a:schemeClr>
                </a:gs>
                <a:gs pos="100000">
                  <a:schemeClr val="tx1">
                    <a:lumMod val="85000"/>
                    <a:lumOff val="15000"/>
                    <a:alpha val="70000"/>
                  </a:schemeClr>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grpSp>
      <p:sp>
        <p:nvSpPr>
          <p:cNvPr id="19" name="TextBox 18">
            <a:extLst>
              <a:ext uri="{FF2B5EF4-FFF2-40B4-BE49-F238E27FC236}">
                <a16:creationId xmlns:a16="http://schemas.microsoft.com/office/drawing/2014/main" id="{D2B85B9B-ABE5-620E-B189-2AA5757B60CA}"/>
              </a:ext>
            </a:extLst>
          </p:cNvPr>
          <p:cNvSpPr txBox="1"/>
          <p:nvPr/>
        </p:nvSpPr>
        <p:spPr>
          <a:xfrm>
            <a:off x="15134010" y="1350390"/>
            <a:ext cx="5737494" cy="923330"/>
          </a:xfrm>
          <a:prstGeom prst="rect">
            <a:avLst/>
          </a:prstGeom>
          <a:noFill/>
        </p:spPr>
        <p:txBody>
          <a:bodyPr wrap="square" rtlCol="0">
            <a:spAutoFit/>
          </a:bodyPr>
          <a:lstStyle/>
          <a:p>
            <a:pPr algn="ctr"/>
            <a:r>
              <a:rPr lang="en-US" b="1" i="1" dirty="0"/>
              <a:t>FOLDERS</a:t>
            </a:r>
          </a:p>
          <a:p>
            <a:pPr marL="171450" indent="-171450" algn="just">
              <a:buFont typeface="Arial" panose="020B0604020202020204" pitchFamily="34" charset="0"/>
              <a:buChar char="•"/>
            </a:pPr>
            <a:r>
              <a:rPr lang="en-US" sz="1200" i="1" dirty="0"/>
              <a:t>Folders are used to organize notes and ensure that it's a neat freak's best dream ever. If the time frame allows it, we can name, color, and sort folders out so that all notes are exactly where they should be in without a messy scatter.</a:t>
            </a:r>
            <a:endParaRPr lang="en-PH" sz="1200" i="1" dirty="0"/>
          </a:p>
        </p:txBody>
      </p:sp>
      <p:sp>
        <p:nvSpPr>
          <p:cNvPr id="20" name="Rectangle 19">
            <a:extLst>
              <a:ext uri="{FF2B5EF4-FFF2-40B4-BE49-F238E27FC236}">
                <a16:creationId xmlns:a16="http://schemas.microsoft.com/office/drawing/2014/main" id="{3D0C98AB-1EFC-011B-587F-95F054177788}"/>
              </a:ext>
            </a:extLst>
          </p:cNvPr>
          <p:cNvSpPr/>
          <p:nvPr/>
        </p:nvSpPr>
        <p:spPr>
          <a:xfrm>
            <a:off x="0" y="0"/>
            <a:ext cx="12192000" cy="6858000"/>
          </a:xfrm>
          <a:prstGeom prst="rect">
            <a:avLst/>
          </a:prstGeom>
          <a:noFill/>
          <a:ln w="25400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23" name="Group 22">
            <a:extLst>
              <a:ext uri="{FF2B5EF4-FFF2-40B4-BE49-F238E27FC236}">
                <a16:creationId xmlns:a16="http://schemas.microsoft.com/office/drawing/2014/main" id="{4AF335A8-6F9C-8072-EEA4-F01DC7805E13}"/>
              </a:ext>
            </a:extLst>
          </p:cNvPr>
          <p:cNvGrpSpPr/>
          <p:nvPr/>
        </p:nvGrpSpPr>
        <p:grpSpPr>
          <a:xfrm>
            <a:off x="4764910" y="-261077"/>
            <a:ext cx="2662177" cy="549737"/>
            <a:chOff x="4363655" y="1148123"/>
            <a:chExt cx="2662177" cy="549737"/>
          </a:xfrm>
        </p:grpSpPr>
        <p:sp>
          <p:nvSpPr>
            <p:cNvPr id="24" name="Trapezoid 23">
              <a:extLst>
                <a:ext uri="{FF2B5EF4-FFF2-40B4-BE49-F238E27FC236}">
                  <a16:creationId xmlns:a16="http://schemas.microsoft.com/office/drawing/2014/main" id="{7CB81B3B-5A2C-46C8-9F31-5AF11840A7BA}"/>
                </a:ext>
              </a:extLst>
            </p:cNvPr>
            <p:cNvSpPr/>
            <p:nvPr/>
          </p:nvSpPr>
          <p:spPr>
            <a:xfrm rot="10800000">
              <a:off x="4363655" y="1148123"/>
              <a:ext cx="2662177" cy="520861"/>
            </a:xfrm>
            <a:prstGeom prst="trapezoid">
              <a:avLst>
                <a:gd name="adj" fmla="val 62222"/>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9" name="TextBox 28">
              <a:extLst>
                <a:ext uri="{FF2B5EF4-FFF2-40B4-BE49-F238E27FC236}">
                  <a16:creationId xmlns:a16="http://schemas.microsoft.com/office/drawing/2014/main" id="{4B32CD33-0C15-099A-A541-F6801FA307FB}"/>
                </a:ext>
              </a:extLst>
            </p:cNvPr>
            <p:cNvSpPr txBox="1"/>
            <p:nvPr/>
          </p:nvSpPr>
          <p:spPr>
            <a:xfrm>
              <a:off x="5053894" y="1390083"/>
              <a:ext cx="1281698" cy="307777"/>
            </a:xfrm>
            <a:prstGeom prst="rect">
              <a:avLst/>
            </a:prstGeom>
            <a:noFill/>
          </p:spPr>
          <p:txBody>
            <a:bodyPr wrap="none" rtlCol="0">
              <a:spAutoFit/>
            </a:bodyPr>
            <a:lstStyle/>
            <a:p>
              <a:pPr algn="ctr"/>
              <a:r>
                <a:rPr lang="en-US" sz="1400" b="1" dirty="0">
                  <a:solidFill>
                    <a:schemeClr val="bg1"/>
                  </a:solidFill>
                </a:rPr>
                <a:t>CS2 PROJECT</a:t>
              </a:r>
              <a:endParaRPr lang="en-PH" sz="1400" b="1" dirty="0">
                <a:solidFill>
                  <a:schemeClr val="bg1"/>
                </a:solidFill>
              </a:endParaRPr>
            </a:p>
          </p:txBody>
        </p:sp>
      </p:grpSp>
    </p:spTree>
    <p:extLst>
      <p:ext uri="{BB962C8B-B14F-4D97-AF65-F5344CB8AC3E}">
        <p14:creationId xmlns:p14="http://schemas.microsoft.com/office/powerpoint/2010/main" val="404043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7"/>
                                        </p:tgtEl>
                                      </p:cBhvr>
                                    </p:animEffect>
                                    <p:set>
                                      <p:cBhvr>
                                        <p:cTn id="13" dur="1" fill="hold">
                                          <p:stCondLst>
                                            <p:cond delay="499"/>
                                          </p:stCondLst>
                                        </p:cTn>
                                        <p:tgtEl>
                                          <p:spTgt spid="27"/>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0" nodeType="clickEffect">
                                  <p:stCondLst>
                                    <p:cond delay="0"/>
                                  </p:stCondLst>
                                  <p:childTnLst>
                                    <p:animEffect transition="out" filter="fade">
                                      <p:cBhvr>
                                        <p:cTn id="17" dur="500"/>
                                        <p:tgtEl>
                                          <p:spTgt spid="28"/>
                                        </p:tgtEl>
                                      </p:cBhvr>
                                    </p:animEffect>
                                    <p:set>
                                      <p:cBhvr>
                                        <p:cTn id="18" dur="1" fill="hold">
                                          <p:stCondLst>
                                            <p:cond delay="499"/>
                                          </p:stCondLst>
                                        </p:cTn>
                                        <p:tgtEl>
                                          <p:spTgt spid="2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30"/>
                                        </p:tgtEl>
                                      </p:cBhvr>
                                    </p:animEffect>
                                    <p:set>
                                      <p:cBhvr>
                                        <p:cTn id="23" dur="1" fill="hold">
                                          <p:stCondLst>
                                            <p:cond delay="499"/>
                                          </p:stCondLst>
                                        </p:cTn>
                                        <p:tgtEl>
                                          <p:spTgt spid="3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31"/>
                                        </p:tgtEl>
                                      </p:cBhvr>
                                    </p:animEffect>
                                    <p:set>
                                      <p:cBhvr>
                                        <p:cTn id="28"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30" grpId="0" animBg="1"/>
      <p:bldP spid="31" grpId="0" animBg="1"/>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AAA74-D3D3-1621-B54F-C7131629921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F3B7F2A-22DE-B981-83C4-3ED68D6B9722}"/>
              </a:ext>
            </a:extLst>
          </p:cNvPr>
          <p:cNvSpPr txBox="1"/>
          <p:nvPr/>
        </p:nvSpPr>
        <p:spPr>
          <a:xfrm>
            <a:off x="7795099" y="2400072"/>
            <a:ext cx="3556552" cy="1477328"/>
          </a:xfrm>
          <a:prstGeom prst="rect">
            <a:avLst/>
          </a:prstGeom>
          <a:noFill/>
        </p:spPr>
        <p:txBody>
          <a:bodyPr wrap="square" rtlCol="0">
            <a:spAutoFit/>
          </a:bodyPr>
          <a:lstStyle/>
          <a:p>
            <a:r>
              <a:rPr lang="en-US" b="1" i="1" dirty="0"/>
              <a:t>NOTES</a:t>
            </a:r>
          </a:p>
          <a:p>
            <a:pPr marL="171450" indent="-171450" algn="just">
              <a:buFont typeface="Arial" panose="020B0604020202020204" pitchFamily="34" charset="0"/>
              <a:buChar char="•"/>
            </a:pPr>
            <a:r>
              <a:rPr lang="en-US" sz="1200" i="1" dirty="0"/>
              <a:t>Notes are created directly from the homepage on the "+" button, from there the user can pick settings on how it will look, function, and be rendered. (e.g. can be shared with others, blue background, etc.) After selecting their settings, the user can start notetaking right away.</a:t>
            </a:r>
            <a:endParaRPr lang="en-PH" sz="1200" i="1" dirty="0"/>
          </a:p>
        </p:txBody>
      </p:sp>
      <p:sp>
        <p:nvSpPr>
          <p:cNvPr id="8" name="TextBox 7">
            <a:extLst>
              <a:ext uri="{FF2B5EF4-FFF2-40B4-BE49-F238E27FC236}">
                <a16:creationId xmlns:a16="http://schemas.microsoft.com/office/drawing/2014/main" id="{3C42C233-8D52-87A5-9B13-89ADD7D8F38B}"/>
              </a:ext>
            </a:extLst>
          </p:cNvPr>
          <p:cNvSpPr txBox="1"/>
          <p:nvPr/>
        </p:nvSpPr>
        <p:spPr>
          <a:xfrm>
            <a:off x="7795099" y="3946528"/>
            <a:ext cx="3827941" cy="1292662"/>
          </a:xfrm>
          <a:prstGeom prst="rect">
            <a:avLst/>
          </a:prstGeom>
          <a:noFill/>
        </p:spPr>
        <p:txBody>
          <a:bodyPr wrap="square" rtlCol="0">
            <a:spAutoFit/>
          </a:bodyPr>
          <a:lstStyle/>
          <a:p>
            <a:r>
              <a:rPr lang="en-US" b="1" i="1" dirty="0"/>
              <a:t>MARKDOWN FORMATTING</a:t>
            </a:r>
          </a:p>
          <a:p>
            <a:pPr marL="171450" indent="-171450" algn="just">
              <a:buFont typeface="Arial" panose="020B0604020202020204" pitchFamily="34" charset="0"/>
              <a:buChar char="•"/>
            </a:pPr>
            <a:r>
              <a:rPr lang="en-US" sz="1200" i="1" dirty="0"/>
              <a:t>Using markdown formatting, you can easily make clean looking notes with easy to use functions to make your notes stand out. Also, it's very easy to implement because of the Python-Markdown.</a:t>
            </a:r>
          </a:p>
          <a:p>
            <a:pPr marL="171450" indent="-171450" algn="just">
              <a:buFont typeface="Arial" panose="020B0604020202020204" pitchFamily="34" charset="0"/>
              <a:buChar char="•"/>
            </a:pPr>
            <a:r>
              <a:rPr lang="en-PH" sz="1200" i="1" u="sng" dirty="0">
                <a:solidFill>
                  <a:srgbClr val="0070C0"/>
                </a:solidFill>
              </a:rPr>
              <a:t>https://python-markdown.github.io/</a:t>
            </a:r>
          </a:p>
        </p:txBody>
      </p:sp>
      <p:grpSp>
        <p:nvGrpSpPr>
          <p:cNvPr id="9" name="Group 8">
            <a:extLst>
              <a:ext uri="{FF2B5EF4-FFF2-40B4-BE49-F238E27FC236}">
                <a16:creationId xmlns:a16="http://schemas.microsoft.com/office/drawing/2014/main" id="{003E5C8B-9EE0-AB90-304B-4931E9E7F4BD}"/>
              </a:ext>
            </a:extLst>
          </p:cNvPr>
          <p:cNvGrpSpPr/>
          <p:nvPr/>
        </p:nvGrpSpPr>
        <p:grpSpPr>
          <a:xfrm>
            <a:off x="1042852" y="586468"/>
            <a:ext cx="10094410" cy="713737"/>
            <a:chOff x="2623358" y="3072131"/>
            <a:chExt cx="6945284" cy="713737"/>
          </a:xfrm>
        </p:grpSpPr>
        <p:sp>
          <p:nvSpPr>
            <p:cNvPr id="10" name="Parallelogram 9">
              <a:extLst>
                <a:ext uri="{FF2B5EF4-FFF2-40B4-BE49-F238E27FC236}">
                  <a16:creationId xmlns:a16="http://schemas.microsoft.com/office/drawing/2014/main" id="{45DB3B40-1AC6-AB1A-DAD0-B0D12FB2EA29}"/>
                </a:ext>
              </a:extLst>
            </p:cNvPr>
            <p:cNvSpPr/>
            <p:nvPr/>
          </p:nvSpPr>
          <p:spPr>
            <a:xfrm>
              <a:off x="2623358" y="3072131"/>
              <a:ext cx="6944811" cy="713265"/>
            </a:xfrm>
            <a:prstGeom prst="parallelogram">
              <a:avLst>
                <a:gd name="adj" fmla="val 0"/>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11" name="Parallelogram 10">
              <a:extLst>
                <a:ext uri="{FF2B5EF4-FFF2-40B4-BE49-F238E27FC236}">
                  <a16:creationId xmlns:a16="http://schemas.microsoft.com/office/drawing/2014/main" id="{BEC64FCF-F390-3BB7-CCD7-24BFC299F3D0}"/>
                </a:ext>
              </a:extLst>
            </p:cNvPr>
            <p:cNvSpPr/>
            <p:nvPr/>
          </p:nvSpPr>
          <p:spPr>
            <a:xfrm>
              <a:off x="2623831" y="3072603"/>
              <a:ext cx="6944811" cy="713265"/>
            </a:xfrm>
            <a:prstGeom prst="parallelogram">
              <a:avLst>
                <a:gd name="adj" fmla="val 0"/>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latin typeface="Agency FB" panose="020B0503020202020204" pitchFamily="34" charset="0"/>
                </a:rPr>
                <a:t>PLANNED FEATURES</a:t>
              </a:r>
            </a:p>
          </p:txBody>
        </p:sp>
      </p:grpSp>
      <p:sp>
        <p:nvSpPr>
          <p:cNvPr id="22" name="TextBox 21">
            <a:extLst>
              <a:ext uri="{FF2B5EF4-FFF2-40B4-BE49-F238E27FC236}">
                <a16:creationId xmlns:a16="http://schemas.microsoft.com/office/drawing/2014/main" id="{1C189206-40B9-E44F-491F-370EFA5C8E39}"/>
              </a:ext>
            </a:extLst>
          </p:cNvPr>
          <p:cNvSpPr txBox="1"/>
          <p:nvPr/>
        </p:nvSpPr>
        <p:spPr>
          <a:xfrm>
            <a:off x="3819555" y="5334135"/>
            <a:ext cx="4541697" cy="1107996"/>
          </a:xfrm>
          <a:prstGeom prst="rect">
            <a:avLst/>
          </a:prstGeom>
          <a:noFill/>
        </p:spPr>
        <p:txBody>
          <a:bodyPr wrap="square" rtlCol="0">
            <a:spAutoFit/>
          </a:bodyPr>
          <a:lstStyle/>
          <a:p>
            <a:pPr algn="ctr"/>
            <a:r>
              <a:rPr lang="en-US" b="1" i="1" dirty="0"/>
              <a:t>ACCOUNT CREATING</a:t>
            </a:r>
          </a:p>
          <a:p>
            <a:pPr marL="171450" indent="-171450" algn="just">
              <a:buFont typeface="Arial" panose="020B0604020202020204" pitchFamily="34" charset="0"/>
              <a:buChar char="•"/>
            </a:pPr>
            <a:r>
              <a:rPr lang="en-US" sz="1200" i="1" dirty="0"/>
              <a:t>Click "create account" on the start menu when you first open the app, choose a name and password and access shared notes. Go to settings to create account if you missed the start menu.</a:t>
            </a:r>
            <a:endParaRPr lang="en-PH" sz="1200" i="1" u="sng" dirty="0">
              <a:solidFill>
                <a:srgbClr val="0070C0"/>
              </a:solidFill>
            </a:endParaRPr>
          </a:p>
        </p:txBody>
      </p:sp>
      <p:sp>
        <p:nvSpPr>
          <p:cNvPr id="31" name="TextBox 30">
            <a:extLst>
              <a:ext uri="{FF2B5EF4-FFF2-40B4-BE49-F238E27FC236}">
                <a16:creationId xmlns:a16="http://schemas.microsoft.com/office/drawing/2014/main" id="{2BB036F7-47E6-2BD7-4D0E-BA8E66026614}"/>
              </a:ext>
            </a:extLst>
          </p:cNvPr>
          <p:cNvSpPr txBox="1"/>
          <p:nvPr/>
        </p:nvSpPr>
        <p:spPr>
          <a:xfrm>
            <a:off x="712615" y="2400072"/>
            <a:ext cx="3585192" cy="1477328"/>
          </a:xfrm>
          <a:prstGeom prst="rect">
            <a:avLst/>
          </a:prstGeom>
          <a:noFill/>
        </p:spPr>
        <p:txBody>
          <a:bodyPr wrap="square" rtlCol="0">
            <a:spAutoFit/>
          </a:bodyPr>
          <a:lstStyle/>
          <a:p>
            <a:pPr algn="r"/>
            <a:r>
              <a:rPr lang="en-US" b="1" i="1" dirty="0"/>
              <a:t>FILE SHARING</a:t>
            </a:r>
          </a:p>
          <a:p>
            <a:pPr marL="171450" indent="-171450" algn="just">
              <a:buFont typeface="Arial" panose="020B0604020202020204" pitchFamily="34" charset="0"/>
              <a:buChar char="•"/>
            </a:pPr>
            <a:r>
              <a:rPr lang="en-US" sz="1200" i="1" dirty="0"/>
              <a:t>Using accounts, you can share people your file by either clicking on the settings of your note, or sharing the link to them. You can even collaborate in making notes, but due to time limitations only one of them can access at a time.</a:t>
            </a:r>
            <a:endParaRPr lang="en-PH" sz="1200" i="1" dirty="0"/>
          </a:p>
        </p:txBody>
      </p:sp>
      <p:sp>
        <p:nvSpPr>
          <p:cNvPr id="32" name="TextBox 31">
            <a:extLst>
              <a:ext uri="{FF2B5EF4-FFF2-40B4-BE49-F238E27FC236}">
                <a16:creationId xmlns:a16="http://schemas.microsoft.com/office/drawing/2014/main" id="{DA46A797-3EAC-DE05-395B-0FFBCFDE1375}"/>
              </a:ext>
            </a:extLst>
          </p:cNvPr>
          <p:cNvSpPr txBox="1"/>
          <p:nvPr/>
        </p:nvSpPr>
        <p:spPr>
          <a:xfrm>
            <a:off x="712615" y="3854195"/>
            <a:ext cx="3510256" cy="1477328"/>
          </a:xfrm>
          <a:prstGeom prst="rect">
            <a:avLst/>
          </a:prstGeom>
          <a:noFill/>
        </p:spPr>
        <p:txBody>
          <a:bodyPr wrap="square" rtlCol="0">
            <a:spAutoFit/>
          </a:bodyPr>
          <a:lstStyle/>
          <a:p>
            <a:pPr algn="r"/>
            <a:r>
              <a:rPr lang="en-US" b="1" i="1" dirty="0"/>
              <a:t>BLACKLISTING</a:t>
            </a:r>
          </a:p>
          <a:p>
            <a:pPr marL="171450" indent="-171450" algn="just">
              <a:buFont typeface="Arial" panose="020B0604020202020204" pitchFamily="34" charset="0"/>
              <a:buChar char="•"/>
            </a:pPr>
            <a:r>
              <a:rPr lang="en-US" sz="1200" i="1" dirty="0"/>
              <a:t>The reason why you </a:t>
            </a:r>
            <a:r>
              <a:rPr lang="en-US" sz="1200" i="1" dirty="0" err="1"/>
              <a:t>recquire</a:t>
            </a:r>
            <a:r>
              <a:rPr lang="en-US" sz="1200" i="1" dirty="0"/>
              <a:t> an account to view, edit, and see others' notes is in the case of when you're exercising </a:t>
            </a:r>
            <a:r>
              <a:rPr lang="en-US" sz="1200" i="1" dirty="0" err="1"/>
              <a:t>innapropriate</a:t>
            </a:r>
            <a:r>
              <a:rPr lang="en-US" sz="1200" i="1" dirty="0"/>
              <a:t> behavior. The folder owner has the option to blacklist delinquent notetakers on the settings of their notes and folders to prevent any mishaps.</a:t>
            </a:r>
            <a:endParaRPr lang="en-PH" sz="1200" i="1" dirty="0"/>
          </a:p>
        </p:txBody>
      </p:sp>
      <p:grpSp>
        <p:nvGrpSpPr>
          <p:cNvPr id="37" name="Group 36">
            <a:extLst>
              <a:ext uri="{FF2B5EF4-FFF2-40B4-BE49-F238E27FC236}">
                <a16:creationId xmlns:a16="http://schemas.microsoft.com/office/drawing/2014/main" id="{EAD9455F-605E-0759-A294-B04242070940}"/>
              </a:ext>
            </a:extLst>
          </p:cNvPr>
          <p:cNvGrpSpPr/>
          <p:nvPr/>
        </p:nvGrpSpPr>
        <p:grpSpPr>
          <a:xfrm>
            <a:off x="4858666" y="2701582"/>
            <a:ext cx="2462783" cy="2123561"/>
            <a:chOff x="4606919" y="2176886"/>
            <a:chExt cx="2462783" cy="2123561"/>
          </a:xfrm>
        </p:grpSpPr>
        <p:sp>
          <p:nvSpPr>
            <p:cNvPr id="36" name="Freeform: Shape 35">
              <a:extLst>
                <a:ext uri="{FF2B5EF4-FFF2-40B4-BE49-F238E27FC236}">
                  <a16:creationId xmlns:a16="http://schemas.microsoft.com/office/drawing/2014/main" id="{40E18EF3-E923-4F28-CF86-6C7CB8FBDFEF}"/>
                </a:ext>
              </a:extLst>
            </p:cNvPr>
            <p:cNvSpPr/>
            <p:nvPr/>
          </p:nvSpPr>
          <p:spPr>
            <a:xfrm>
              <a:off x="4606919" y="2177358"/>
              <a:ext cx="2462783" cy="2123089"/>
            </a:xfrm>
            <a:custGeom>
              <a:avLst/>
              <a:gdLst>
                <a:gd name="connsiteX0" fmla="*/ 833656 w 2462783"/>
                <a:gd name="connsiteY0" fmla="*/ 434479 h 2123089"/>
                <a:gd name="connsiteX1" fmla="*/ 526821 w 2462783"/>
                <a:gd name="connsiteY1" fmla="*/ 1048149 h 2123089"/>
                <a:gd name="connsiteX2" fmla="*/ 833656 w 2462783"/>
                <a:gd name="connsiteY2" fmla="*/ 1661819 h 2123089"/>
                <a:gd name="connsiteX3" fmla="*/ 1643700 w 2462783"/>
                <a:gd name="connsiteY3" fmla="*/ 1661819 h 2123089"/>
                <a:gd name="connsiteX4" fmla="*/ 1950535 w 2462783"/>
                <a:gd name="connsiteY4" fmla="*/ 1048149 h 2123089"/>
                <a:gd name="connsiteX5" fmla="*/ 1643700 w 2462783"/>
                <a:gd name="connsiteY5" fmla="*/ 434479 h 2123089"/>
                <a:gd name="connsiteX6" fmla="*/ 530772 w 2462783"/>
                <a:gd name="connsiteY6" fmla="*/ 0 h 2123089"/>
                <a:gd name="connsiteX7" fmla="*/ 1932011 w 2462783"/>
                <a:gd name="connsiteY7" fmla="*/ 0 h 2123089"/>
                <a:gd name="connsiteX8" fmla="*/ 2462783 w 2462783"/>
                <a:gd name="connsiteY8" fmla="*/ 1061545 h 2123089"/>
                <a:gd name="connsiteX9" fmla="*/ 1932011 w 2462783"/>
                <a:gd name="connsiteY9" fmla="*/ 2123089 h 2123089"/>
                <a:gd name="connsiteX10" fmla="*/ 530772 w 2462783"/>
                <a:gd name="connsiteY10" fmla="*/ 2123089 h 2123089"/>
                <a:gd name="connsiteX11" fmla="*/ 0 w 2462783"/>
                <a:gd name="connsiteY11" fmla="*/ 1061545 h 212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2783" h="2123089">
                  <a:moveTo>
                    <a:pt x="833656" y="434479"/>
                  </a:moveTo>
                  <a:lnTo>
                    <a:pt x="526821" y="1048149"/>
                  </a:lnTo>
                  <a:lnTo>
                    <a:pt x="833656" y="1661819"/>
                  </a:lnTo>
                  <a:lnTo>
                    <a:pt x="1643700" y="1661819"/>
                  </a:lnTo>
                  <a:lnTo>
                    <a:pt x="1950535" y="1048149"/>
                  </a:lnTo>
                  <a:lnTo>
                    <a:pt x="1643700" y="434479"/>
                  </a:lnTo>
                  <a:close/>
                  <a:moveTo>
                    <a:pt x="530772" y="0"/>
                  </a:moveTo>
                  <a:lnTo>
                    <a:pt x="1932011" y="0"/>
                  </a:lnTo>
                  <a:lnTo>
                    <a:pt x="2462783" y="1061545"/>
                  </a:lnTo>
                  <a:lnTo>
                    <a:pt x="1932011" y="2123089"/>
                  </a:lnTo>
                  <a:lnTo>
                    <a:pt x="530772" y="2123089"/>
                  </a:lnTo>
                  <a:lnTo>
                    <a:pt x="0" y="1061545"/>
                  </a:lnTo>
                  <a:close/>
                </a:path>
              </a:pathLst>
            </a:custGeom>
            <a:pattFill prst="wdUpDiag">
              <a:fgClr>
                <a:schemeClr val="bg2">
                  <a:lumMod val="50000"/>
                </a:schemeClr>
              </a:fgClr>
              <a:bgClr>
                <a:schemeClr val="bg2">
                  <a:lumMod val="25000"/>
                </a:schemeClr>
              </a:bgClr>
            </a:patt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sp>
          <p:nvSpPr>
            <p:cNvPr id="35" name="Freeform: Shape 34">
              <a:extLst>
                <a:ext uri="{FF2B5EF4-FFF2-40B4-BE49-F238E27FC236}">
                  <a16:creationId xmlns:a16="http://schemas.microsoft.com/office/drawing/2014/main" id="{6A80F13A-2671-E7C7-55CB-FB962351702E}"/>
                </a:ext>
              </a:extLst>
            </p:cNvPr>
            <p:cNvSpPr/>
            <p:nvPr/>
          </p:nvSpPr>
          <p:spPr>
            <a:xfrm>
              <a:off x="4606919" y="2176886"/>
              <a:ext cx="2462783" cy="2123089"/>
            </a:xfrm>
            <a:custGeom>
              <a:avLst/>
              <a:gdLst>
                <a:gd name="connsiteX0" fmla="*/ 833656 w 2462783"/>
                <a:gd name="connsiteY0" fmla="*/ 434479 h 2123089"/>
                <a:gd name="connsiteX1" fmla="*/ 526821 w 2462783"/>
                <a:gd name="connsiteY1" fmla="*/ 1048149 h 2123089"/>
                <a:gd name="connsiteX2" fmla="*/ 833656 w 2462783"/>
                <a:gd name="connsiteY2" fmla="*/ 1661819 h 2123089"/>
                <a:gd name="connsiteX3" fmla="*/ 1643700 w 2462783"/>
                <a:gd name="connsiteY3" fmla="*/ 1661819 h 2123089"/>
                <a:gd name="connsiteX4" fmla="*/ 1950535 w 2462783"/>
                <a:gd name="connsiteY4" fmla="*/ 1048149 h 2123089"/>
                <a:gd name="connsiteX5" fmla="*/ 1643700 w 2462783"/>
                <a:gd name="connsiteY5" fmla="*/ 434479 h 2123089"/>
                <a:gd name="connsiteX6" fmla="*/ 530772 w 2462783"/>
                <a:gd name="connsiteY6" fmla="*/ 0 h 2123089"/>
                <a:gd name="connsiteX7" fmla="*/ 1932011 w 2462783"/>
                <a:gd name="connsiteY7" fmla="*/ 0 h 2123089"/>
                <a:gd name="connsiteX8" fmla="*/ 2462783 w 2462783"/>
                <a:gd name="connsiteY8" fmla="*/ 1061545 h 2123089"/>
                <a:gd name="connsiteX9" fmla="*/ 1932011 w 2462783"/>
                <a:gd name="connsiteY9" fmla="*/ 2123089 h 2123089"/>
                <a:gd name="connsiteX10" fmla="*/ 530772 w 2462783"/>
                <a:gd name="connsiteY10" fmla="*/ 2123089 h 2123089"/>
                <a:gd name="connsiteX11" fmla="*/ 0 w 2462783"/>
                <a:gd name="connsiteY11" fmla="*/ 1061545 h 212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2783" h="2123089">
                  <a:moveTo>
                    <a:pt x="833656" y="434479"/>
                  </a:moveTo>
                  <a:lnTo>
                    <a:pt x="526821" y="1048149"/>
                  </a:lnTo>
                  <a:lnTo>
                    <a:pt x="833656" y="1661819"/>
                  </a:lnTo>
                  <a:lnTo>
                    <a:pt x="1643700" y="1661819"/>
                  </a:lnTo>
                  <a:lnTo>
                    <a:pt x="1950535" y="1048149"/>
                  </a:lnTo>
                  <a:lnTo>
                    <a:pt x="1643700" y="434479"/>
                  </a:lnTo>
                  <a:close/>
                  <a:moveTo>
                    <a:pt x="530772" y="0"/>
                  </a:moveTo>
                  <a:lnTo>
                    <a:pt x="1932011" y="0"/>
                  </a:lnTo>
                  <a:lnTo>
                    <a:pt x="2462783" y="1061545"/>
                  </a:lnTo>
                  <a:lnTo>
                    <a:pt x="1932011" y="2123089"/>
                  </a:lnTo>
                  <a:lnTo>
                    <a:pt x="530772" y="2123089"/>
                  </a:lnTo>
                  <a:lnTo>
                    <a:pt x="0" y="1061545"/>
                  </a:lnTo>
                  <a:close/>
                </a:path>
              </a:pathLst>
            </a:custGeom>
            <a:gradFill>
              <a:gsLst>
                <a:gs pos="0">
                  <a:schemeClr val="bg2">
                    <a:lumMod val="50000"/>
                  </a:schemeClr>
                </a:gs>
                <a:gs pos="100000">
                  <a:schemeClr val="tx1">
                    <a:lumMod val="85000"/>
                    <a:lumOff val="15000"/>
                    <a:alpha val="70000"/>
                  </a:schemeClr>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H"/>
            </a:p>
          </p:txBody>
        </p:sp>
      </p:grpSp>
      <p:sp>
        <p:nvSpPr>
          <p:cNvPr id="43" name="TextBox 42">
            <a:extLst>
              <a:ext uri="{FF2B5EF4-FFF2-40B4-BE49-F238E27FC236}">
                <a16:creationId xmlns:a16="http://schemas.microsoft.com/office/drawing/2014/main" id="{00A7C39B-4BA3-B134-EECD-4043C9DC060C}"/>
              </a:ext>
            </a:extLst>
          </p:cNvPr>
          <p:cNvSpPr txBox="1"/>
          <p:nvPr/>
        </p:nvSpPr>
        <p:spPr>
          <a:xfrm>
            <a:off x="3221311" y="1407614"/>
            <a:ext cx="5737494" cy="923330"/>
          </a:xfrm>
          <a:prstGeom prst="rect">
            <a:avLst/>
          </a:prstGeom>
          <a:noFill/>
        </p:spPr>
        <p:txBody>
          <a:bodyPr wrap="square" rtlCol="0">
            <a:spAutoFit/>
          </a:bodyPr>
          <a:lstStyle/>
          <a:p>
            <a:pPr algn="ctr"/>
            <a:r>
              <a:rPr lang="en-US" b="1" i="1" dirty="0"/>
              <a:t>FOLDERS</a:t>
            </a:r>
          </a:p>
          <a:p>
            <a:pPr marL="171450" indent="-171450" algn="just">
              <a:buFont typeface="Arial" panose="020B0604020202020204" pitchFamily="34" charset="0"/>
              <a:buChar char="•"/>
            </a:pPr>
            <a:r>
              <a:rPr lang="en-US" sz="1200" i="1" dirty="0"/>
              <a:t>Folders are used to organize notes and ensure that it's a neat freak's best dream ever. If the time frame allows it, we can name, color, and sort folders out so that all notes are exactly where they should be in without a messy scatter.</a:t>
            </a:r>
            <a:endParaRPr lang="en-PH" sz="1200" i="1" dirty="0"/>
          </a:p>
        </p:txBody>
      </p:sp>
      <p:sp>
        <p:nvSpPr>
          <p:cNvPr id="57" name="Parallelogram 56">
            <a:extLst>
              <a:ext uri="{FF2B5EF4-FFF2-40B4-BE49-F238E27FC236}">
                <a16:creationId xmlns:a16="http://schemas.microsoft.com/office/drawing/2014/main" id="{39D372F7-7649-2AE2-D2FE-5ACAD9F08AC2}"/>
              </a:ext>
            </a:extLst>
          </p:cNvPr>
          <p:cNvSpPr/>
          <p:nvPr/>
        </p:nvSpPr>
        <p:spPr>
          <a:xfrm flipH="1">
            <a:off x="-996517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solidFill>
                  <a:schemeClr val="tx1"/>
                </a:solidFill>
              </a:rPr>
              <a:t>Addresses the study issue by making it easy to access, online or offline, with lightweight and minimal equipment requirements and internet.</a:t>
            </a:r>
            <a:endParaRPr lang="en-PH" sz="1600" b="1" i="1" dirty="0">
              <a:solidFill>
                <a:schemeClr val="tx1"/>
              </a:solidFill>
            </a:endParaRPr>
          </a:p>
        </p:txBody>
      </p:sp>
      <p:sp>
        <p:nvSpPr>
          <p:cNvPr id="58" name="Parallelogram 57">
            <a:extLst>
              <a:ext uri="{FF2B5EF4-FFF2-40B4-BE49-F238E27FC236}">
                <a16:creationId xmlns:a16="http://schemas.microsoft.com/office/drawing/2014/main" id="{51AB5FAA-F900-F05E-65FB-6941221D0F6E}"/>
              </a:ext>
            </a:extLst>
          </p:cNvPr>
          <p:cNvSpPr/>
          <p:nvPr/>
        </p:nvSpPr>
        <p:spPr>
          <a:xfrm flipH="1">
            <a:off x="-6419330" y="438294"/>
            <a:ext cx="4041654"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solidFill>
                  <a:schemeClr val="tx1"/>
                </a:solidFill>
              </a:rPr>
              <a:t>Because the files are just blocks of texts, the file size would be small, making it lightweight.</a:t>
            </a:r>
            <a:endParaRPr lang="en-PH" sz="1600" b="1" i="1" dirty="0">
              <a:solidFill>
                <a:schemeClr val="tx1"/>
              </a:solidFill>
            </a:endParaRPr>
          </a:p>
        </p:txBody>
      </p:sp>
      <p:sp>
        <p:nvSpPr>
          <p:cNvPr id="59" name="Parallelogram 58">
            <a:extLst>
              <a:ext uri="{FF2B5EF4-FFF2-40B4-BE49-F238E27FC236}">
                <a16:creationId xmlns:a16="http://schemas.microsoft.com/office/drawing/2014/main" id="{7568E252-B6E6-BDD8-9D51-423A84D3D2E0}"/>
              </a:ext>
            </a:extLst>
          </p:cNvPr>
          <p:cNvSpPr/>
          <p:nvPr/>
        </p:nvSpPr>
        <p:spPr>
          <a:xfrm>
            <a:off x="-10023580"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a:solidFill>
                  <a:schemeClr val="tx1"/>
                </a:solidFill>
              </a:rPr>
              <a:t>Organized, with sorting of notes using folders and other tools, making it easy to find where anything is and helps the unorganized to practice their organization skills.</a:t>
            </a:r>
            <a:endParaRPr lang="en-PH" sz="1600" b="1" i="1" dirty="0">
              <a:solidFill>
                <a:schemeClr val="tx1"/>
              </a:solidFill>
            </a:endParaRPr>
          </a:p>
        </p:txBody>
      </p:sp>
      <p:sp>
        <p:nvSpPr>
          <p:cNvPr id="60" name="Parallelogram 59">
            <a:extLst>
              <a:ext uri="{FF2B5EF4-FFF2-40B4-BE49-F238E27FC236}">
                <a16:creationId xmlns:a16="http://schemas.microsoft.com/office/drawing/2014/main" id="{49C24CD7-8880-2E81-FBFA-126120E6B6D7}"/>
              </a:ext>
            </a:extLst>
          </p:cNvPr>
          <p:cNvSpPr/>
          <p:nvPr/>
        </p:nvSpPr>
        <p:spPr>
          <a:xfrm>
            <a:off x="-6419329" y="4002982"/>
            <a:ext cx="4041653" cy="2439401"/>
          </a:xfrm>
          <a:prstGeom prst="parallelogram">
            <a:avLst>
              <a:gd name="adj" fmla="val 25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solidFill>
                  <a:schemeClr val="tx1"/>
                </a:solidFill>
              </a:rPr>
              <a:t>Communication and transparency, making it easier to collaborate with other people.</a:t>
            </a:r>
            <a:endParaRPr lang="en-PH" sz="1600" b="1" i="1" dirty="0">
              <a:solidFill>
                <a:schemeClr val="tx1"/>
              </a:solidFill>
            </a:endParaRPr>
          </a:p>
        </p:txBody>
      </p:sp>
      <p:grpSp>
        <p:nvGrpSpPr>
          <p:cNvPr id="61" name="Group 60">
            <a:extLst>
              <a:ext uri="{FF2B5EF4-FFF2-40B4-BE49-F238E27FC236}">
                <a16:creationId xmlns:a16="http://schemas.microsoft.com/office/drawing/2014/main" id="{BBE17929-5EB2-B9E0-5ECA-81B6794D5499}"/>
              </a:ext>
            </a:extLst>
          </p:cNvPr>
          <p:cNvGrpSpPr/>
          <p:nvPr/>
        </p:nvGrpSpPr>
        <p:grpSpPr>
          <a:xfrm>
            <a:off x="-9322487" y="3083706"/>
            <a:ext cx="6945284" cy="713737"/>
            <a:chOff x="2623358" y="3072131"/>
            <a:chExt cx="6945284" cy="713737"/>
          </a:xfrm>
        </p:grpSpPr>
        <p:sp>
          <p:nvSpPr>
            <p:cNvPr id="62" name="Parallelogram 61">
              <a:extLst>
                <a:ext uri="{FF2B5EF4-FFF2-40B4-BE49-F238E27FC236}">
                  <a16:creationId xmlns:a16="http://schemas.microsoft.com/office/drawing/2014/main" id="{BAA87AFE-1A81-51C0-5F58-C62F3DD43615}"/>
                </a:ext>
              </a:extLst>
            </p:cNvPr>
            <p:cNvSpPr/>
            <p:nvPr/>
          </p:nvSpPr>
          <p:spPr>
            <a:xfrm>
              <a:off x="2623358" y="3072131"/>
              <a:ext cx="6944811" cy="713265"/>
            </a:xfrm>
            <a:prstGeom prst="parallelogram">
              <a:avLst>
                <a:gd name="adj" fmla="val 0"/>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63" name="Parallelogram 62">
              <a:extLst>
                <a:ext uri="{FF2B5EF4-FFF2-40B4-BE49-F238E27FC236}">
                  <a16:creationId xmlns:a16="http://schemas.microsoft.com/office/drawing/2014/main" id="{DA8BC41C-E77F-C372-B414-4209F7A495BB}"/>
                </a:ext>
              </a:extLst>
            </p:cNvPr>
            <p:cNvSpPr/>
            <p:nvPr/>
          </p:nvSpPr>
          <p:spPr>
            <a:xfrm>
              <a:off x="2623831" y="3072603"/>
              <a:ext cx="6944811" cy="713265"/>
            </a:xfrm>
            <a:prstGeom prst="parallelogram">
              <a:avLst>
                <a:gd name="adj" fmla="val 0"/>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latin typeface="Agency FB" panose="020B0503020202020204" pitchFamily="34" charset="0"/>
                </a:rPr>
                <a:t>PROJECT OBJECTIVES</a:t>
              </a:r>
            </a:p>
          </p:txBody>
        </p:sp>
      </p:grpSp>
      <p:sp>
        <p:nvSpPr>
          <p:cNvPr id="69" name="Rectangle 68">
            <a:extLst>
              <a:ext uri="{FF2B5EF4-FFF2-40B4-BE49-F238E27FC236}">
                <a16:creationId xmlns:a16="http://schemas.microsoft.com/office/drawing/2014/main" id="{80F19923-5B4E-7841-3DCB-A27E74795BB5}"/>
              </a:ext>
            </a:extLst>
          </p:cNvPr>
          <p:cNvSpPr/>
          <p:nvPr/>
        </p:nvSpPr>
        <p:spPr>
          <a:xfrm>
            <a:off x="0" y="0"/>
            <a:ext cx="12192000" cy="6858000"/>
          </a:xfrm>
          <a:prstGeom prst="rect">
            <a:avLst/>
          </a:prstGeom>
          <a:noFill/>
          <a:ln w="25400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5" name="Group 4">
            <a:extLst>
              <a:ext uri="{FF2B5EF4-FFF2-40B4-BE49-F238E27FC236}">
                <a16:creationId xmlns:a16="http://schemas.microsoft.com/office/drawing/2014/main" id="{8D542D2F-5F10-9163-828A-7CF50D14A704}"/>
              </a:ext>
            </a:extLst>
          </p:cNvPr>
          <p:cNvGrpSpPr/>
          <p:nvPr/>
        </p:nvGrpSpPr>
        <p:grpSpPr>
          <a:xfrm>
            <a:off x="4764910" y="-261077"/>
            <a:ext cx="2662177" cy="549737"/>
            <a:chOff x="4363655" y="1148123"/>
            <a:chExt cx="2662177" cy="549737"/>
          </a:xfrm>
        </p:grpSpPr>
        <p:sp>
          <p:nvSpPr>
            <p:cNvPr id="6" name="Trapezoid 5">
              <a:extLst>
                <a:ext uri="{FF2B5EF4-FFF2-40B4-BE49-F238E27FC236}">
                  <a16:creationId xmlns:a16="http://schemas.microsoft.com/office/drawing/2014/main" id="{A0553868-87D2-08F5-1210-8D578D0D58A7}"/>
                </a:ext>
              </a:extLst>
            </p:cNvPr>
            <p:cNvSpPr/>
            <p:nvPr/>
          </p:nvSpPr>
          <p:spPr>
            <a:xfrm rot="10800000">
              <a:off x="4363655" y="1148123"/>
              <a:ext cx="2662177" cy="520861"/>
            </a:xfrm>
            <a:prstGeom prst="trapezoid">
              <a:avLst>
                <a:gd name="adj" fmla="val 62222"/>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2" name="TextBox 11">
              <a:extLst>
                <a:ext uri="{FF2B5EF4-FFF2-40B4-BE49-F238E27FC236}">
                  <a16:creationId xmlns:a16="http://schemas.microsoft.com/office/drawing/2014/main" id="{48F4DEF1-7A6E-C836-9765-471401285565}"/>
                </a:ext>
              </a:extLst>
            </p:cNvPr>
            <p:cNvSpPr txBox="1"/>
            <p:nvPr/>
          </p:nvSpPr>
          <p:spPr>
            <a:xfrm>
              <a:off x="5053894" y="1390083"/>
              <a:ext cx="1281698" cy="307777"/>
            </a:xfrm>
            <a:prstGeom prst="rect">
              <a:avLst/>
            </a:prstGeom>
            <a:noFill/>
          </p:spPr>
          <p:txBody>
            <a:bodyPr wrap="none" rtlCol="0">
              <a:spAutoFit/>
            </a:bodyPr>
            <a:lstStyle/>
            <a:p>
              <a:pPr algn="ctr"/>
              <a:r>
                <a:rPr lang="en-US" sz="1400" b="1" dirty="0">
                  <a:solidFill>
                    <a:schemeClr val="bg1"/>
                  </a:solidFill>
                </a:rPr>
                <a:t>CS2 PROJECT</a:t>
              </a:r>
              <a:endParaRPr lang="en-PH" sz="1400" b="1" dirty="0">
                <a:solidFill>
                  <a:schemeClr val="bg1"/>
                </a:solidFill>
              </a:endParaRPr>
            </a:p>
          </p:txBody>
        </p:sp>
      </p:grpSp>
    </p:spTree>
    <p:extLst>
      <p:ext uri="{BB962C8B-B14F-4D97-AF65-F5344CB8AC3E}">
        <p14:creationId xmlns:p14="http://schemas.microsoft.com/office/powerpoint/2010/main" val="1898115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1C601-48D1-3FEF-B4B6-CDBB0947F0CA}"/>
            </a:ext>
          </a:extLst>
        </p:cNvPr>
        <p:cNvGrpSpPr/>
        <p:nvPr/>
      </p:nvGrpSpPr>
      <p:grpSpPr>
        <a:xfrm>
          <a:off x="0" y="0"/>
          <a:ext cx="0" cy="0"/>
          <a:chOff x="0" y="0"/>
          <a:chExt cx="0" cy="0"/>
        </a:xfrm>
      </p:grpSpPr>
      <p:pic>
        <p:nvPicPr>
          <p:cNvPr id="1026" name="Picture 2" descr="alt text">
            <a:extLst>
              <a:ext uri="{FF2B5EF4-FFF2-40B4-BE49-F238E27FC236}">
                <a16:creationId xmlns:a16="http://schemas.microsoft.com/office/drawing/2014/main" id="{BAADC92C-66D1-993D-C763-29E577F5D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037" y="275666"/>
            <a:ext cx="8017708" cy="630666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D2E6AD8-2334-5EE5-B816-CCB576991084}"/>
              </a:ext>
            </a:extLst>
          </p:cNvPr>
          <p:cNvSpPr/>
          <p:nvPr/>
        </p:nvSpPr>
        <p:spPr>
          <a:xfrm>
            <a:off x="6671093" y="2514600"/>
            <a:ext cx="2580640" cy="12293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3" name="TextBox 2">
            <a:extLst>
              <a:ext uri="{FF2B5EF4-FFF2-40B4-BE49-F238E27FC236}">
                <a16:creationId xmlns:a16="http://schemas.microsoft.com/office/drawing/2014/main" id="{FBC6AA42-57B9-6ABD-9F4B-F58750E7577B}"/>
              </a:ext>
            </a:extLst>
          </p:cNvPr>
          <p:cNvSpPr txBox="1"/>
          <p:nvPr/>
        </p:nvSpPr>
        <p:spPr>
          <a:xfrm>
            <a:off x="7875600" y="2716322"/>
            <a:ext cx="3115506" cy="1631216"/>
          </a:xfrm>
          <a:prstGeom prst="rect">
            <a:avLst/>
          </a:prstGeom>
          <a:noFill/>
        </p:spPr>
        <p:txBody>
          <a:bodyPr wrap="square">
            <a:spAutoFit/>
          </a:bodyPr>
          <a:lstStyle/>
          <a:p>
            <a:pPr algn="ctr">
              <a:spcBef>
                <a:spcPts val="1800"/>
              </a:spcBef>
              <a:spcAft>
                <a:spcPts val="1200"/>
              </a:spcAft>
              <a:buNone/>
            </a:pPr>
            <a:r>
              <a:rPr lang="en-US" sz="3600" b="1" i="0" dirty="0">
                <a:effectLst/>
                <a:latin typeface="-apple-system"/>
              </a:rPr>
              <a:t>Planned Input</a:t>
            </a:r>
            <a:r>
              <a:rPr lang="en-US" sz="3600" b="1" dirty="0">
                <a:latin typeface="-apple-system"/>
              </a:rPr>
              <a:t> </a:t>
            </a:r>
            <a:r>
              <a:rPr lang="en-US" sz="3600" b="1" i="0" dirty="0">
                <a:effectLst/>
                <a:latin typeface="-apple-system"/>
              </a:rPr>
              <a:t>&amp; Outputs</a:t>
            </a:r>
            <a:endParaRPr lang="en-US" sz="3600" dirty="0">
              <a:latin typeface="-apple-system"/>
            </a:endParaRPr>
          </a:p>
          <a:p>
            <a:pPr algn="l">
              <a:spcAft>
                <a:spcPts val="1200"/>
              </a:spcAft>
            </a:pPr>
            <a:r>
              <a:rPr lang="en-US" b="0" i="0" dirty="0">
                <a:solidFill>
                  <a:schemeClr val="bg1">
                    <a:lumMod val="95000"/>
                  </a:schemeClr>
                </a:solidFill>
                <a:effectLst/>
                <a:latin typeface="-apple-system"/>
              </a:rPr>
              <a:t>You have good eyesight</a:t>
            </a:r>
          </a:p>
        </p:txBody>
      </p:sp>
      <p:sp>
        <p:nvSpPr>
          <p:cNvPr id="2" name="Rectangle 1">
            <a:extLst>
              <a:ext uri="{FF2B5EF4-FFF2-40B4-BE49-F238E27FC236}">
                <a16:creationId xmlns:a16="http://schemas.microsoft.com/office/drawing/2014/main" id="{96DA67B1-C55B-54CB-B4E2-68CC7E02E4DB}"/>
              </a:ext>
            </a:extLst>
          </p:cNvPr>
          <p:cNvSpPr/>
          <p:nvPr/>
        </p:nvSpPr>
        <p:spPr>
          <a:xfrm>
            <a:off x="0" y="0"/>
            <a:ext cx="12192000" cy="6858000"/>
          </a:xfrm>
          <a:prstGeom prst="rect">
            <a:avLst/>
          </a:prstGeom>
          <a:noFill/>
          <a:ln w="25400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8" name="Group 7">
            <a:extLst>
              <a:ext uri="{FF2B5EF4-FFF2-40B4-BE49-F238E27FC236}">
                <a16:creationId xmlns:a16="http://schemas.microsoft.com/office/drawing/2014/main" id="{EEC9A7A9-8C2E-7E84-565E-1701734EB001}"/>
              </a:ext>
            </a:extLst>
          </p:cNvPr>
          <p:cNvGrpSpPr/>
          <p:nvPr/>
        </p:nvGrpSpPr>
        <p:grpSpPr>
          <a:xfrm>
            <a:off x="4764910" y="-261077"/>
            <a:ext cx="2662177" cy="549737"/>
            <a:chOff x="4363655" y="1148123"/>
            <a:chExt cx="2662177" cy="549737"/>
          </a:xfrm>
        </p:grpSpPr>
        <p:sp>
          <p:nvSpPr>
            <p:cNvPr id="9" name="Trapezoid 8">
              <a:extLst>
                <a:ext uri="{FF2B5EF4-FFF2-40B4-BE49-F238E27FC236}">
                  <a16:creationId xmlns:a16="http://schemas.microsoft.com/office/drawing/2014/main" id="{00C5B9CD-BF9B-12E1-8122-E32D6522DE0A}"/>
                </a:ext>
              </a:extLst>
            </p:cNvPr>
            <p:cNvSpPr/>
            <p:nvPr/>
          </p:nvSpPr>
          <p:spPr>
            <a:xfrm rot="10800000">
              <a:off x="4363655" y="1148123"/>
              <a:ext cx="2662177" cy="520861"/>
            </a:xfrm>
            <a:prstGeom prst="trapezoid">
              <a:avLst>
                <a:gd name="adj" fmla="val 62222"/>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0" name="TextBox 9">
              <a:extLst>
                <a:ext uri="{FF2B5EF4-FFF2-40B4-BE49-F238E27FC236}">
                  <a16:creationId xmlns:a16="http://schemas.microsoft.com/office/drawing/2014/main" id="{956A8D7D-D5F2-8196-975D-A6F78A7DFCC4}"/>
                </a:ext>
              </a:extLst>
            </p:cNvPr>
            <p:cNvSpPr txBox="1"/>
            <p:nvPr/>
          </p:nvSpPr>
          <p:spPr>
            <a:xfrm>
              <a:off x="5053894" y="1390083"/>
              <a:ext cx="1281698" cy="307777"/>
            </a:xfrm>
            <a:prstGeom prst="rect">
              <a:avLst/>
            </a:prstGeom>
            <a:noFill/>
          </p:spPr>
          <p:txBody>
            <a:bodyPr wrap="none" rtlCol="0">
              <a:spAutoFit/>
            </a:bodyPr>
            <a:lstStyle/>
            <a:p>
              <a:pPr algn="ctr"/>
              <a:r>
                <a:rPr lang="en-US" sz="1400" b="1" dirty="0">
                  <a:solidFill>
                    <a:schemeClr val="bg1"/>
                  </a:solidFill>
                </a:rPr>
                <a:t>CS2 PROJECT</a:t>
              </a:r>
              <a:endParaRPr lang="en-PH" sz="1400" b="1" dirty="0">
                <a:solidFill>
                  <a:schemeClr val="bg1"/>
                </a:solidFill>
              </a:endParaRPr>
            </a:p>
          </p:txBody>
        </p:sp>
      </p:grpSp>
    </p:spTree>
    <p:extLst>
      <p:ext uri="{BB962C8B-B14F-4D97-AF65-F5344CB8AC3E}">
        <p14:creationId xmlns:p14="http://schemas.microsoft.com/office/powerpoint/2010/main" val="3606499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420B4-F828-A0E2-D220-D259B52A948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18CFCB-B706-36F4-63B2-9B7109080912}"/>
              </a:ext>
            </a:extLst>
          </p:cNvPr>
          <p:cNvSpPr/>
          <p:nvPr/>
        </p:nvSpPr>
        <p:spPr>
          <a:xfrm>
            <a:off x="0" y="0"/>
            <a:ext cx="12192000" cy="6858000"/>
          </a:xfrm>
          <a:prstGeom prst="rect">
            <a:avLst/>
          </a:prstGeom>
          <a:gradFill flip="none" rotWithShape="1">
            <a:gsLst>
              <a:gs pos="100000">
                <a:schemeClr val="tx1">
                  <a:lumMod val="95000"/>
                  <a:lumOff val="5000"/>
                  <a:alpha val="32000"/>
                </a:schemeClr>
              </a:gs>
              <a:gs pos="0">
                <a:schemeClr val="tx1">
                  <a:lumMod val="75000"/>
                  <a:lumOff val="25000"/>
                  <a:alpha val="68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8" name="Picture 7" descr="A bright light in the dark&#10;&#10;AI-generated content may be incorrect.">
            <a:extLst>
              <a:ext uri="{FF2B5EF4-FFF2-40B4-BE49-F238E27FC236}">
                <a16:creationId xmlns:a16="http://schemas.microsoft.com/office/drawing/2014/main" id="{371FE154-FDCA-486D-A4BC-B2CFEB00577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234503" y="567503"/>
            <a:ext cx="5722519" cy="5722519"/>
          </a:xfrm>
          <a:prstGeom prst="rect">
            <a:avLst/>
          </a:prstGeom>
        </p:spPr>
      </p:pic>
      <p:sp>
        <p:nvSpPr>
          <p:cNvPr id="4" name="Parallelogram 3">
            <a:extLst>
              <a:ext uri="{FF2B5EF4-FFF2-40B4-BE49-F238E27FC236}">
                <a16:creationId xmlns:a16="http://schemas.microsoft.com/office/drawing/2014/main" id="{7A2AE38E-D916-79CB-041A-3F7A308B8918}"/>
              </a:ext>
            </a:extLst>
          </p:cNvPr>
          <p:cNvSpPr/>
          <p:nvPr/>
        </p:nvSpPr>
        <p:spPr>
          <a:xfrm>
            <a:off x="2623358" y="3072131"/>
            <a:ext cx="6944811" cy="713265"/>
          </a:xfrm>
          <a:prstGeom prst="parallelogram">
            <a:avLst/>
          </a:prstGeom>
          <a:pattFill prst="wdUpDiag">
            <a:fgClr>
              <a:schemeClr val="tx1">
                <a:lumMod val="65000"/>
                <a:lumOff val="35000"/>
              </a:schemeClr>
            </a:fgClr>
            <a:bgClr>
              <a:schemeClr val="tx1">
                <a:lumMod val="50000"/>
                <a:lumOff val="50000"/>
              </a:schemeClr>
            </a:bgClr>
          </a:pattFill>
          <a:ln w="95250">
            <a:solidFill>
              <a:schemeClr val="bg2">
                <a:lumMod val="2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2400" b="1" i="1" dirty="0">
              <a:latin typeface="Agency FB" panose="020B0503020202020204" pitchFamily="34" charset="0"/>
            </a:endParaRPr>
          </a:p>
        </p:txBody>
      </p:sp>
      <p:sp>
        <p:nvSpPr>
          <p:cNvPr id="5" name="Parallelogram 4">
            <a:extLst>
              <a:ext uri="{FF2B5EF4-FFF2-40B4-BE49-F238E27FC236}">
                <a16:creationId xmlns:a16="http://schemas.microsoft.com/office/drawing/2014/main" id="{9BCD70A9-E825-F6DD-C0AE-1C4599DC6DBB}"/>
              </a:ext>
            </a:extLst>
          </p:cNvPr>
          <p:cNvSpPr/>
          <p:nvPr/>
        </p:nvSpPr>
        <p:spPr>
          <a:xfrm>
            <a:off x="2623831" y="3072603"/>
            <a:ext cx="6944811" cy="713265"/>
          </a:xfrm>
          <a:prstGeom prst="parallelogram">
            <a:avLst/>
          </a:prstGeom>
          <a:gradFill>
            <a:gsLst>
              <a:gs pos="100000">
                <a:schemeClr val="tx1">
                  <a:lumMod val="95000"/>
                  <a:lumOff val="5000"/>
                  <a:alpha val="68000"/>
                </a:schemeClr>
              </a:gs>
              <a:gs pos="54000">
                <a:schemeClr val="tx1">
                  <a:lumMod val="75000"/>
                  <a:lumOff val="25000"/>
                </a:schemeClr>
              </a:gs>
            </a:gsLst>
            <a:lin ang="0" scaled="1"/>
          </a:gradFill>
          <a:ln w="38100">
            <a:solidFill>
              <a:srgbClr val="FFFFFF"/>
            </a:solidFill>
          </a:ln>
          <a:effectLst>
            <a:glow rad="10160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sz="2400" b="1" i="1" dirty="0">
                <a:effectLst>
                  <a:glow rad="228600">
                    <a:schemeClr val="bg1">
                      <a:alpha val="12000"/>
                    </a:schemeClr>
                  </a:glow>
                </a:effectLst>
                <a:latin typeface="Agency FB" panose="020B0503020202020204" pitchFamily="34" charset="0"/>
              </a:rPr>
              <a:t>THE END</a:t>
            </a:r>
          </a:p>
        </p:txBody>
      </p:sp>
      <p:sp>
        <p:nvSpPr>
          <p:cNvPr id="17" name="Rectangle 16">
            <a:extLst>
              <a:ext uri="{FF2B5EF4-FFF2-40B4-BE49-F238E27FC236}">
                <a16:creationId xmlns:a16="http://schemas.microsoft.com/office/drawing/2014/main" id="{AE0B91F7-7F5D-71B1-915C-E2667AC4D95E}"/>
              </a:ext>
            </a:extLst>
          </p:cNvPr>
          <p:cNvSpPr/>
          <p:nvPr/>
        </p:nvSpPr>
        <p:spPr>
          <a:xfrm>
            <a:off x="-238" y="-238"/>
            <a:ext cx="12192000" cy="6858000"/>
          </a:xfrm>
          <a:prstGeom prst="rect">
            <a:avLst/>
          </a:prstGeom>
          <a:noFill/>
          <a:ln w="25400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9" name="Group 8">
            <a:extLst>
              <a:ext uri="{FF2B5EF4-FFF2-40B4-BE49-F238E27FC236}">
                <a16:creationId xmlns:a16="http://schemas.microsoft.com/office/drawing/2014/main" id="{82EFF913-438F-83B4-01B3-6A841CB6988F}"/>
              </a:ext>
            </a:extLst>
          </p:cNvPr>
          <p:cNvGrpSpPr/>
          <p:nvPr/>
        </p:nvGrpSpPr>
        <p:grpSpPr>
          <a:xfrm>
            <a:off x="4764910" y="-261077"/>
            <a:ext cx="2662177" cy="549737"/>
            <a:chOff x="4363655" y="1148123"/>
            <a:chExt cx="2662177" cy="549737"/>
          </a:xfrm>
        </p:grpSpPr>
        <p:sp>
          <p:nvSpPr>
            <p:cNvPr id="10" name="Trapezoid 9">
              <a:extLst>
                <a:ext uri="{FF2B5EF4-FFF2-40B4-BE49-F238E27FC236}">
                  <a16:creationId xmlns:a16="http://schemas.microsoft.com/office/drawing/2014/main" id="{C3C6D3BA-0A8A-1308-15FA-3E6217AD4C2D}"/>
                </a:ext>
              </a:extLst>
            </p:cNvPr>
            <p:cNvSpPr/>
            <p:nvPr/>
          </p:nvSpPr>
          <p:spPr>
            <a:xfrm rot="10800000">
              <a:off x="4363655" y="1148123"/>
              <a:ext cx="2662177" cy="520861"/>
            </a:xfrm>
            <a:prstGeom prst="trapezoid">
              <a:avLst>
                <a:gd name="adj" fmla="val 62222"/>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1" name="TextBox 10">
              <a:extLst>
                <a:ext uri="{FF2B5EF4-FFF2-40B4-BE49-F238E27FC236}">
                  <a16:creationId xmlns:a16="http://schemas.microsoft.com/office/drawing/2014/main" id="{5B8F06A0-AC78-C043-EFCC-1A6AB33BDCC2}"/>
                </a:ext>
              </a:extLst>
            </p:cNvPr>
            <p:cNvSpPr txBox="1"/>
            <p:nvPr/>
          </p:nvSpPr>
          <p:spPr>
            <a:xfrm>
              <a:off x="5053894" y="1390083"/>
              <a:ext cx="1281698" cy="307777"/>
            </a:xfrm>
            <a:prstGeom prst="rect">
              <a:avLst/>
            </a:prstGeom>
            <a:noFill/>
          </p:spPr>
          <p:txBody>
            <a:bodyPr wrap="none" rtlCol="0">
              <a:spAutoFit/>
            </a:bodyPr>
            <a:lstStyle/>
            <a:p>
              <a:pPr algn="ctr"/>
              <a:r>
                <a:rPr lang="en-US" sz="1400" b="1" dirty="0">
                  <a:solidFill>
                    <a:schemeClr val="bg1"/>
                  </a:solidFill>
                </a:rPr>
                <a:t>CS2 PROJECT</a:t>
              </a:r>
              <a:endParaRPr lang="en-PH" sz="1400" b="1" dirty="0">
                <a:solidFill>
                  <a:schemeClr val="bg1"/>
                </a:solidFill>
              </a:endParaRPr>
            </a:p>
          </p:txBody>
        </p:sp>
      </p:grpSp>
    </p:spTree>
    <p:extLst>
      <p:ext uri="{BB962C8B-B14F-4D97-AF65-F5344CB8AC3E}">
        <p14:creationId xmlns:p14="http://schemas.microsoft.com/office/powerpoint/2010/main" val="196588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59000" fill="hold"/>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626</TotalTime>
  <Words>1192</Words>
  <Application>Microsoft Office PowerPoint</Application>
  <PresentationFormat>Widescreen</PresentationFormat>
  <Paragraphs>85</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Agency FB</vt:lpstr>
      <vt:lpstr>-apple-system</vt:lpstr>
      <vt:lpstr>Aptos</vt:lpstr>
      <vt:lpstr>Aptos Display</vt:lpstr>
      <vt:lpstr>Arial</vt:lpstr>
      <vt:lpstr>Calibri</vt:lpstr>
      <vt:lpstr>Wingdings</vt:lpstr>
      <vt:lpstr>Office Theme</vt:lpstr>
      <vt:lpstr>Studco</vt:lpstr>
      <vt:lpstr>Studco</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 Adriell</dc:creator>
  <cp:lastModifiedBy>Zach Adriell</cp:lastModifiedBy>
  <cp:revision>12</cp:revision>
  <dcterms:created xsi:type="dcterms:W3CDTF">2025-11-23T04:23:17Z</dcterms:created>
  <dcterms:modified xsi:type="dcterms:W3CDTF">2025-11-26T00:35:58Z</dcterms:modified>
</cp:coreProperties>
</file>